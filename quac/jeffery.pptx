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9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0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3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4.xml" ContentType="application/vnd.openxmlformats-officedocument.presentationml.notesSlide+xml"/>
  <Override PartName="/ppt/tags/tag112.xml" ContentType="application/vnd.openxmlformats-officedocument.presentationml.tags+xml"/>
  <Override PartName="/ppt/notesSlides/notesSlide15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16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17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18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19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20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21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22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notesSlides/notesSlide23.xml" ContentType="application/vnd.openxmlformats-officedocument.presentationml.notesSlide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24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350" r:id="rId2"/>
    <p:sldId id="335" r:id="rId3"/>
    <p:sldId id="317" r:id="rId4"/>
    <p:sldId id="379" r:id="rId5"/>
    <p:sldId id="363" r:id="rId6"/>
    <p:sldId id="364" r:id="rId7"/>
    <p:sldId id="365" r:id="rId8"/>
    <p:sldId id="366" r:id="rId9"/>
    <p:sldId id="367" r:id="rId10"/>
    <p:sldId id="380" r:id="rId11"/>
    <p:sldId id="375" r:id="rId12"/>
    <p:sldId id="360" r:id="rId13"/>
    <p:sldId id="362" r:id="rId14"/>
    <p:sldId id="382" r:id="rId15"/>
    <p:sldId id="324" r:id="rId16"/>
    <p:sldId id="371" r:id="rId17"/>
    <p:sldId id="372" r:id="rId18"/>
    <p:sldId id="381" r:id="rId19"/>
    <p:sldId id="376" r:id="rId20"/>
    <p:sldId id="377" r:id="rId21"/>
    <p:sldId id="378" r:id="rId22"/>
    <p:sldId id="373" r:id="rId23"/>
    <p:sldId id="374" r:id="rId24"/>
    <p:sldId id="291" r:id="rId25"/>
    <p:sldId id="36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666633"/>
    <a:srgbClr val="FF00FF"/>
    <a:srgbClr val="FF3300"/>
    <a:srgbClr val="00FF00"/>
    <a:srgbClr val="FF9999"/>
    <a:srgbClr val="CC66FF"/>
    <a:srgbClr val="EBE9EC"/>
    <a:srgbClr val="417B85"/>
    <a:srgbClr val="7869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755" autoAdjust="0"/>
  </p:normalViewPr>
  <p:slideViewPr>
    <p:cSldViewPr snapToGrid="0">
      <p:cViewPr varScale="1">
        <p:scale>
          <a:sx n="74" d="100"/>
          <a:sy n="74" d="100"/>
        </p:scale>
        <p:origin x="174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7E05B-D5A1-46F0-90DD-34C1EE8E0CC4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0AC48-0F69-4F5A-9C10-6E7DBE6D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1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65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60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60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31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1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24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49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49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81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56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17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53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56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09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80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81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441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19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012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0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59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702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34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0AC48-0F69-4F5A-9C10-6E7DBE6DBCF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2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2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8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0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4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0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5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0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6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7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7903F-21C3-40A3-81B2-78076D118B3B}" type="datetimeFigureOut">
              <a:rPr lang="en-US" smtClean="0"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DE811-F4FF-4B12-9AB2-5068F466E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2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11.png"/><Relationship Id="rId2" Type="http://schemas.openxmlformats.org/officeDocument/2006/relationships/tags" Target="../tags/tag5.xml"/><Relationship Id="rId16" Type="http://schemas.openxmlformats.org/officeDocument/2006/relationships/image" Target="../media/image15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0.png"/><Relationship Id="rId5" Type="http://schemas.openxmlformats.org/officeDocument/2006/relationships/tags" Target="../tags/tag8.xm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tags" Target="../tags/tag7.xml"/><Relationship Id="rId9" Type="http://schemas.openxmlformats.org/officeDocument/2006/relationships/notesSlide" Target="../notesSlides/notesSlide4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17.png"/><Relationship Id="rId3" Type="http://schemas.openxmlformats.org/officeDocument/2006/relationships/tags" Target="../tags/tag1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6.png"/><Relationship Id="rId2" Type="http://schemas.openxmlformats.org/officeDocument/2006/relationships/tags" Target="../tags/tag12.xml"/><Relationship Id="rId16" Type="http://schemas.openxmlformats.org/officeDocument/2006/relationships/image" Target="../media/image20.jpe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11.png"/><Relationship Id="rId5" Type="http://schemas.openxmlformats.org/officeDocument/2006/relationships/tags" Target="../tags/tag15.xml"/><Relationship Id="rId15" Type="http://schemas.openxmlformats.org/officeDocument/2006/relationships/image" Target="../media/image19.jpeg"/><Relationship Id="rId10" Type="http://schemas.openxmlformats.org/officeDocument/2006/relationships/image" Target="../media/image10.png"/><Relationship Id="rId4" Type="http://schemas.openxmlformats.org/officeDocument/2006/relationships/tags" Target="../tags/tag14.xml"/><Relationship Id="rId9" Type="http://schemas.openxmlformats.org/officeDocument/2006/relationships/image" Target="../media/image9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notesSlide" Target="../notesSlides/notesSlide6.xml"/><Relationship Id="rId18" Type="http://schemas.openxmlformats.org/officeDocument/2006/relationships/image" Target="../media/image18.png"/><Relationship Id="rId26" Type="http://schemas.openxmlformats.org/officeDocument/2006/relationships/image" Target="../media/image25.png"/><Relationship Id="rId3" Type="http://schemas.openxmlformats.org/officeDocument/2006/relationships/tags" Target="../tags/tag19.xml"/><Relationship Id="rId21" Type="http://schemas.openxmlformats.org/officeDocument/2006/relationships/image" Target="../media/image23.png"/><Relationship Id="rId7" Type="http://schemas.openxmlformats.org/officeDocument/2006/relationships/tags" Target="../tags/tag23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17.png"/><Relationship Id="rId25" Type="http://schemas.openxmlformats.org/officeDocument/2006/relationships/image" Target="../media/image16.png"/><Relationship Id="rId2" Type="http://schemas.openxmlformats.org/officeDocument/2006/relationships/tags" Target="../tags/tag18.xml"/><Relationship Id="rId16" Type="http://schemas.openxmlformats.org/officeDocument/2006/relationships/image" Target="../media/image11.png"/><Relationship Id="rId20" Type="http://schemas.openxmlformats.org/officeDocument/2006/relationships/image" Target="../media/image22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20.jpeg"/><Relationship Id="rId5" Type="http://schemas.openxmlformats.org/officeDocument/2006/relationships/tags" Target="../tags/tag21.xml"/><Relationship Id="rId15" Type="http://schemas.openxmlformats.org/officeDocument/2006/relationships/image" Target="../media/image10.png"/><Relationship Id="rId23" Type="http://schemas.openxmlformats.org/officeDocument/2006/relationships/image" Target="../media/image19.jpeg"/><Relationship Id="rId10" Type="http://schemas.openxmlformats.org/officeDocument/2006/relationships/tags" Target="../tags/tag26.xml"/><Relationship Id="rId19" Type="http://schemas.openxmlformats.org/officeDocument/2006/relationships/image" Target="../media/image21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image" Target="../media/image9.png"/><Relationship Id="rId22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image" Target="../media/image11.png"/><Relationship Id="rId26" Type="http://schemas.openxmlformats.org/officeDocument/2006/relationships/image" Target="../media/image26.png"/><Relationship Id="rId3" Type="http://schemas.openxmlformats.org/officeDocument/2006/relationships/tags" Target="../tags/tag30.xml"/><Relationship Id="rId21" Type="http://schemas.openxmlformats.org/officeDocument/2006/relationships/image" Target="../media/image21.pn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image" Target="../media/image10.png"/><Relationship Id="rId25" Type="http://schemas.openxmlformats.org/officeDocument/2006/relationships/image" Target="../media/image25.png"/><Relationship Id="rId2" Type="http://schemas.openxmlformats.org/officeDocument/2006/relationships/tags" Target="../tags/tag29.xml"/><Relationship Id="rId16" Type="http://schemas.openxmlformats.org/officeDocument/2006/relationships/image" Target="../media/image9.png"/><Relationship Id="rId20" Type="http://schemas.openxmlformats.org/officeDocument/2006/relationships/image" Target="../media/image18.png"/><Relationship Id="rId29" Type="http://schemas.openxmlformats.org/officeDocument/2006/relationships/image" Target="../media/image20.jpe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24.png"/><Relationship Id="rId5" Type="http://schemas.openxmlformats.org/officeDocument/2006/relationships/tags" Target="../tags/tag32.xml"/><Relationship Id="rId15" Type="http://schemas.openxmlformats.org/officeDocument/2006/relationships/notesSlide" Target="../notesSlides/notesSlide7.xml"/><Relationship Id="rId23" Type="http://schemas.openxmlformats.org/officeDocument/2006/relationships/image" Target="../media/image23.png"/><Relationship Id="rId28" Type="http://schemas.openxmlformats.org/officeDocument/2006/relationships/image" Target="../media/image19.jpeg"/><Relationship Id="rId10" Type="http://schemas.openxmlformats.org/officeDocument/2006/relationships/tags" Target="../tags/tag37.xml"/><Relationship Id="rId19" Type="http://schemas.openxmlformats.org/officeDocument/2006/relationships/image" Target="../media/image17.pn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image" Target="../media/image13.png"/><Relationship Id="rId18" Type="http://schemas.openxmlformats.org/officeDocument/2006/relationships/image" Target="../media/image30.png"/><Relationship Id="rId3" Type="http://schemas.openxmlformats.org/officeDocument/2006/relationships/tags" Target="../tags/tag43.xml"/><Relationship Id="rId21" Type="http://schemas.openxmlformats.org/officeDocument/2006/relationships/image" Target="../media/image31.png"/><Relationship Id="rId7" Type="http://schemas.openxmlformats.org/officeDocument/2006/relationships/tags" Target="../tags/tag47.xml"/><Relationship Id="rId12" Type="http://schemas.openxmlformats.org/officeDocument/2006/relationships/image" Target="../media/image12.png"/><Relationship Id="rId17" Type="http://schemas.openxmlformats.org/officeDocument/2006/relationships/image" Target="../media/image29.png"/><Relationship Id="rId2" Type="http://schemas.openxmlformats.org/officeDocument/2006/relationships/tags" Target="../tags/tag42.xml"/><Relationship Id="rId16" Type="http://schemas.openxmlformats.org/officeDocument/2006/relationships/image" Target="../media/image28.png"/><Relationship Id="rId20" Type="http://schemas.openxmlformats.org/officeDocument/2006/relationships/image" Target="../media/image20.jpe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5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9.jpeg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image" Target="../media/image14.png"/><Relationship Id="rId22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tags" Target="../tags/tag52.xml"/><Relationship Id="rId21" Type="http://schemas.openxmlformats.org/officeDocument/2006/relationships/image" Target="../media/image38.png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tags" Target="../tags/tag51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image" Target="../media/image41.png"/><Relationship Id="rId5" Type="http://schemas.openxmlformats.org/officeDocument/2006/relationships/tags" Target="../tags/tag54.xml"/><Relationship Id="rId15" Type="http://schemas.openxmlformats.org/officeDocument/2006/relationships/notesSlide" Target="../notesSlides/notesSlide9.xml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tags" Target="../tags/tag59.xml"/><Relationship Id="rId19" Type="http://schemas.openxmlformats.org/officeDocument/2006/relationships/image" Target="../media/image36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39.png"/><Relationship Id="rId27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75.xml"/><Relationship Id="rId18" Type="http://schemas.openxmlformats.org/officeDocument/2006/relationships/notesSlide" Target="../notesSlides/notesSlide10.xml"/><Relationship Id="rId26" Type="http://schemas.openxmlformats.org/officeDocument/2006/relationships/image" Target="../media/image40.png"/><Relationship Id="rId3" Type="http://schemas.openxmlformats.org/officeDocument/2006/relationships/tags" Target="../tags/tag65.xml"/><Relationship Id="rId21" Type="http://schemas.openxmlformats.org/officeDocument/2006/relationships/image" Target="../media/image35.png"/><Relationship Id="rId34" Type="http://schemas.openxmlformats.org/officeDocument/2006/relationships/image" Target="../media/image49.png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39.png"/><Relationship Id="rId33" Type="http://schemas.openxmlformats.org/officeDocument/2006/relationships/image" Target="../media/image48.png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image" Target="../media/image38.png"/><Relationship Id="rId32" Type="http://schemas.openxmlformats.org/officeDocument/2006/relationships/image" Target="../media/image47.png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tags" Target="../tags/tag72.xml"/><Relationship Id="rId19" Type="http://schemas.openxmlformats.org/officeDocument/2006/relationships/image" Target="../media/image33.png"/><Relationship Id="rId31" Type="http://schemas.openxmlformats.org/officeDocument/2006/relationships/image" Target="../media/image46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91.xml"/><Relationship Id="rId18" Type="http://schemas.openxmlformats.org/officeDocument/2006/relationships/tags" Target="../tags/tag96.xml"/><Relationship Id="rId26" Type="http://schemas.openxmlformats.org/officeDocument/2006/relationships/image" Target="../media/image37.png"/><Relationship Id="rId39" Type="http://schemas.openxmlformats.org/officeDocument/2006/relationships/image" Target="../media/image52.png"/><Relationship Id="rId21" Type="http://schemas.openxmlformats.org/officeDocument/2006/relationships/notesSlide" Target="../notesSlides/notesSlide11.xml"/><Relationship Id="rId34" Type="http://schemas.openxmlformats.org/officeDocument/2006/relationships/image" Target="../media/image46.png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tags" Target="../tags/tag95.xml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51.png"/><Relationship Id="rId2" Type="http://schemas.openxmlformats.org/officeDocument/2006/relationships/tags" Target="../tags/tag80.xml"/><Relationship Id="rId16" Type="http://schemas.openxmlformats.org/officeDocument/2006/relationships/tags" Target="../tags/tag94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40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9.png"/><Relationship Id="rId40" Type="http://schemas.openxmlformats.org/officeDocument/2006/relationships/image" Target="../media/image53.png"/><Relationship Id="rId5" Type="http://schemas.openxmlformats.org/officeDocument/2006/relationships/tags" Target="../tags/tag83.xml"/><Relationship Id="rId15" Type="http://schemas.openxmlformats.org/officeDocument/2006/relationships/tags" Target="../tags/tag93.xml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50.png"/><Relationship Id="rId10" Type="http://schemas.openxmlformats.org/officeDocument/2006/relationships/tags" Target="../tags/tag88.xml"/><Relationship Id="rId19" Type="http://schemas.openxmlformats.org/officeDocument/2006/relationships/tags" Target="../tags/tag97.xml"/><Relationship Id="rId31" Type="http://schemas.openxmlformats.org/officeDocument/2006/relationships/image" Target="../media/image42.png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7.png"/><Relationship Id="rId8" Type="http://schemas.openxmlformats.org/officeDocument/2006/relationships/tags" Target="../tags/tag86.xml"/><Relationship Id="rId3" Type="http://schemas.openxmlformats.org/officeDocument/2006/relationships/tags" Target="../tags/tag8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tags" Target="../tags/tag100.xml"/><Relationship Id="rId7" Type="http://schemas.openxmlformats.org/officeDocument/2006/relationships/notesSlide" Target="../notesSlides/notesSlide13.xml"/><Relationship Id="rId12" Type="http://schemas.openxmlformats.org/officeDocument/2006/relationships/image" Target="../media/image58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7.png"/><Relationship Id="rId5" Type="http://schemas.openxmlformats.org/officeDocument/2006/relationships/tags" Target="../tags/tag102.xml"/><Relationship Id="rId10" Type="http://schemas.openxmlformats.org/officeDocument/2006/relationships/image" Target="../media/image56.png"/><Relationship Id="rId4" Type="http://schemas.openxmlformats.org/officeDocument/2006/relationships/tags" Target="../tags/tag101.xml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tags" Target="../tags/tag105.xml"/><Relationship Id="rId21" Type="http://schemas.openxmlformats.org/officeDocument/2006/relationships/image" Target="../media/image69.jpeg"/><Relationship Id="rId7" Type="http://schemas.openxmlformats.org/officeDocument/2006/relationships/tags" Target="../tags/tag109.xml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20.jpeg"/><Relationship Id="rId2" Type="http://schemas.openxmlformats.org/officeDocument/2006/relationships/tags" Target="../tags/tag104.xml"/><Relationship Id="rId16" Type="http://schemas.openxmlformats.org/officeDocument/2006/relationships/image" Target="../media/image64.png"/><Relationship Id="rId20" Type="http://schemas.openxmlformats.org/officeDocument/2006/relationships/image" Target="../media/image68.jpeg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notesSlide" Target="../notesSlides/notesSlide14.xml"/><Relationship Id="rId24" Type="http://schemas.openxmlformats.org/officeDocument/2006/relationships/image" Target="../media/image72.png"/><Relationship Id="rId5" Type="http://schemas.openxmlformats.org/officeDocument/2006/relationships/tags" Target="../tags/tag107.xml"/><Relationship Id="rId15" Type="http://schemas.openxmlformats.org/officeDocument/2006/relationships/image" Target="../media/image63.png"/><Relationship Id="rId23" Type="http://schemas.openxmlformats.org/officeDocument/2006/relationships/image" Target="../media/image71.jpe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67.png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image" Target="../media/image62.png"/><Relationship Id="rId22" Type="http://schemas.openxmlformats.org/officeDocument/2006/relationships/image" Target="../media/image7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26" Type="http://schemas.openxmlformats.org/officeDocument/2006/relationships/image" Target="../media/image60.png"/><Relationship Id="rId39" Type="http://schemas.openxmlformats.org/officeDocument/2006/relationships/image" Target="../media/image20.jpeg"/><Relationship Id="rId21" Type="http://schemas.openxmlformats.org/officeDocument/2006/relationships/tags" Target="../tags/tag133.xml"/><Relationship Id="rId34" Type="http://schemas.openxmlformats.org/officeDocument/2006/relationships/image" Target="../media/image68.jpeg"/><Relationship Id="rId42" Type="http://schemas.openxmlformats.org/officeDocument/2006/relationships/image" Target="../media/image22.png"/><Relationship Id="rId47" Type="http://schemas.openxmlformats.org/officeDocument/2006/relationships/image" Target="../media/image25.png"/><Relationship Id="rId50" Type="http://schemas.openxmlformats.org/officeDocument/2006/relationships/image" Target="../media/image82.png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9" Type="http://schemas.openxmlformats.org/officeDocument/2006/relationships/image" Target="../media/image74.png"/><Relationship Id="rId11" Type="http://schemas.openxmlformats.org/officeDocument/2006/relationships/tags" Target="../tags/tag123.xml"/><Relationship Id="rId24" Type="http://schemas.openxmlformats.org/officeDocument/2006/relationships/notesSlide" Target="../notesSlides/notesSlide16.xml"/><Relationship Id="rId32" Type="http://schemas.openxmlformats.org/officeDocument/2006/relationships/image" Target="../media/image66.png"/><Relationship Id="rId37" Type="http://schemas.openxmlformats.org/officeDocument/2006/relationships/image" Target="../media/image71.jpeg"/><Relationship Id="rId40" Type="http://schemas.openxmlformats.org/officeDocument/2006/relationships/image" Target="../media/image21.png"/><Relationship Id="rId45" Type="http://schemas.openxmlformats.org/officeDocument/2006/relationships/image" Target="../media/image79.png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62.png"/><Relationship Id="rId36" Type="http://schemas.openxmlformats.org/officeDocument/2006/relationships/image" Target="../media/image70.jpg"/><Relationship Id="rId49" Type="http://schemas.openxmlformats.org/officeDocument/2006/relationships/image" Target="../media/image81.png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jpeg"/><Relationship Id="rId43" Type="http://schemas.openxmlformats.org/officeDocument/2006/relationships/image" Target="../media/image77.png"/><Relationship Id="rId48" Type="http://schemas.openxmlformats.org/officeDocument/2006/relationships/image" Target="../media/image27.png"/><Relationship Id="rId8" Type="http://schemas.openxmlformats.org/officeDocument/2006/relationships/tags" Target="../tags/tag120.xml"/><Relationship Id="rId51" Type="http://schemas.openxmlformats.org/officeDocument/2006/relationships/image" Target="../media/image83.png"/><Relationship Id="rId3" Type="http://schemas.openxmlformats.org/officeDocument/2006/relationships/tags" Target="../tags/tag115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image" Target="../media/image73.png"/><Relationship Id="rId33" Type="http://schemas.openxmlformats.org/officeDocument/2006/relationships/image" Target="../media/image75.png"/><Relationship Id="rId38" Type="http://schemas.openxmlformats.org/officeDocument/2006/relationships/image" Target="../media/image72.png"/><Relationship Id="rId46" Type="http://schemas.openxmlformats.org/officeDocument/2006/relationships/image" Target="../media/image80.png"/><Relationship Id="rId20" Type="http://schemas.openxmlformats.org/officeDocument/2006/relationships/tags" Target="../tags/tag132.xml"/><Relationship Id="rId41" Type="http://schemas.openxmlformats.org/officeDocument/2006/relationships/image" Target="../media/image76.png"/><Relationship Id="rId1" Type="http://schemas.openxmlformats.org/officeDocument/2006/relationships/tags" Target="../tags/tag113.xml"/><Relationship Id="rId6" Type="http://schemas.openxmlformats.org/officeDocument/2006/relationships/tags" Target="../tags/tag1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notesSlide" Target="../notesSlides/notesSlide17.xml"/><Relationship Id="rId18" Type="http://schemas.openxmlformats.org/officeDocument/2006/relationships/image" Target="../media/image87.png"/><Relationship Id="rId3" Type="http://schemas.openxmlformats.org/officeDocument/2006/relationships/tags" Target="../tags/tag137.xml"/><Relationship Id="rId21" Type="http://schemas.openxmlformats.org/officeDocument/2006/relationships/image" Target="../media/image90.png"/><Relationship Id="rId7" Type="http://schemas.openxmlformats.org/officeDocument/2006/relationships/tags" Target="../tags/tag141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86.png"/><Relationship Id="rId2" Type="http://schemas.openxmlformats.org/officeDocument/2006/relationships/tags" Target="../tags/tag136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image" Target="../media/image92.png"/><Relationship Id="rId5" Type="http://schemas.openxmlformats.org/officeDocument/2006/relationships/tags" Target="../tags/tag139.xml"/><Relationship Id="rId15" Type="http://schemas.openxmlformats.org/officeDocument/2006/relationships/image" Target="../media/image84.png"/><Relationship Id="rId23" Type="http://schemas.openxmlformats.org/officeDocument/2006/relationships/image" Target="../media/image91.png"/><Relationship Id="rId10" Type="http://schemas.openxmlformats.org/officeDocument/2006/relationships/tags" Target="../tags/tag144.xml"/><Relationship Id="rId19" Type="http://schemas.openxmlformats.org/officeDocument/2006/relationships/image" Target="../media/image88.png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image" Target="../media/image12.png"/><Relationship Id="rId22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18" Type="http://schemas.openxmlformats.org/officeDocument/2006/relationships/image" Target="../media/image85.png"/><Relationship Id="rId26" Type="http://schemas.openxmlformats.org/officeDocument/2006/relationships/image" Target="../media/image93.png"/><Relationship Id="rId3" Type="http://schemas.openxmlformats.org/officeDocument/2006/relationships/tags" Target="../tags/tag148.xml"/><Relationship Id="rId21" Type="http://schemas.openxmlformats.org/officeDocument/2006/relationships/image" Target="../media/image88.png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17" Type="http://schemas.openxmlformats.org/officeDocument/2006/relationships/image" Target="../media/image84.png"/><Relationship Id="rId25" Type="http://schemas.openxmlformats.org/officeDocument/2006/relationships/image" Target="../media/image91.png"/><Relationship Id="rId2" Type="http://schemas.openxmlformats.org/officeDocument/2006/relationships/tags" Target="../tags/tag147.xml"/><Relationship Id="rId16" Type="http://schemas.openxmlformats.org/officeDocument/2006/relationships/image" Target="../media/image12.png"/><Relationship Id="rId20" Type="http://schemas.openxmlformats.org/officeDocument/2006/relationships/image" Target="../media/image87.png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24" Type="http://schemas.openxmlformats.org/officeDocument/2006/relationships/image" Target="../media/image41.png"/><Relationship Id="rId5" Type="http://schemas.openxmlformats.org/officeDocument/2006/relationships/tags" Target="../tags/tag150.xml"/><Relationship Id="rId15" Type="http://schemas.openxmlformats.org/officeDocument/2006/relationships/notesSlide" Target="../notesSlides/notesSlide18.xml"/><Relationship Id="rId23" Type="http://schemas.openxmlformats.org/officeDocument/2006/relationships/image" Target="../media/image90.png"/><Relationship Id="rId28" Type="http://schemas.openxmlformats.org/officeDocument/2006/relationships/image" Target="../media/image94.png"/><Relationship Id="rId10" Type="http://schemas.openxmlformats.org/officeDocument/2006/relationships/tags" Target="../tags/tag155.xml"/><Relationship Id="rId19" Type="http://schemas.openxmlformats.org/officeDocument/2006/relationships/image" Target="../media/image86.png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89.png"/><Relationship Id="rId27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image" Target="../media/image97.png"/><Relationship Id="rId18" Type="http://schemas.openxmlformats.org/officeDocument/2006/relationships/image" Target="../media/image88.png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image" Target="../media/image96.png"/><Relationship Id="rId17" Type="http://schemas.openxmlformats.org/officeDocument/2006/relationships/image" Target="../media/image91.png"/><Relationship Id="rId2" Type="http://schemas.openxmlformats.org/officeDocument/2006/relationships/tags" Target="../tags/tag160.xml"/><Relationship Id="rId16" Type="http://schemas.openxmlformats.org/officeDocument/2006/relationships/image" Target="../media/image87.png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image" Target="../media/image95.png"/><Relationship Id="rId5" Type="http://schemas.openxmlformats.org/officeDocument/2006/relationships/tags" Target="../tags/tag163.xml"/><Relationship Id="rId15" Type="http://schemas.openxmlformats.org/officeDocument/2006/relationships/image" Target="../media/image99.png"/><Relationship Id="rId10" Type="http://schemas.openxmlformats.org/officeDocument/2006/relationships/notesSlide" Target="../notesSlides/notesSlide19.xml"/><Relationship Id="rId4" Type="http://schemas.openxmlformats.org/officeDocument/2006/relationships/tags" Target="../tags/tag162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13" Type="http://schemas.openxmlformats.org/officeDocument/2006/relationships/tags" Target="../tags/tag179.xml"/><Relationship Id="rId18" Type="http://schemas.openxmlformats.org/officeDocument/2006/relationships/image" Target="../media/image95.png"/><Relationship Id="rId26" Type="http://schemas.openxmlformats.org/officeDocument/2006/relationships/image" Target="../media/image88.png"/><Relationship Id="rId3" Type="http://schemas.openxmlformats.org/officeDocument/2006/relationships/tags" Target="../tags/tag169.xml"/><Relationship Id="rId21" Type="http://schemas.openxmlformats.org/officeDocument/2006/relationships/image" Target="../media/image98.png"/><Relationship Id="rId7" Type="http://schemas.openxmlformats.org/officeDocument/2006/relationships/tags" Target="../tags/tag173.xml"/><Relationship Id="rId12" Type="http://schemas.openxmlformats.org/officeDocument/2006/relationships/tags" Target="../tags/tag178.xml"/><Relationship Id="rId17" Type="http://schemas.openxmlformats.org/officeDocument/2006/relationships/notesSlide" Target="../notesSlides/notesSlide20.xml"/><Relationship Id="rId25" Type="http://schemas.openxmlformats.org/officeDocument/2006/relationships/image" Target="../media/image91.png"/><Relationship Id="rId2" Type="http://schemas.openxmlformats.org/officeDocument/2006/relationships/tags" Target="../tags/tag168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97.png"/><Relationship Id="rId29" Type="http://schemas.openxmlformats.org/officeDocument/2006/relationships/image" Target="../media/image89.png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24" Type="http://schemas.openxmlformats.org/officeDocument/2006/relationships/image" Target="../media/image87.png"/><Relationship Id="rId32" Type="http://schemas.openxmlformats.org/officeDocument/2006/relationships/image" Target="../media/image103.png"/><Relationship Id="rId5" Type="http://schemas.openxmlformats.org/officeDocument/2006/relationships/tags" Target="../tags/tag171.xml"/><Relationship Id="rId15" Type="http://schemas.openxmlformats.org/officeDocument/2006/relationships/tags" Target="../tags/tag181.xml"/><Relationship Id="rId23" Type="http://schemas.openxmlformats.org/officeDocument/2006/relationships/image" Target="../media/image100.png"/><Relationship Id="rId28" Type="http://schemas.openxmlformats.org/officeDocument/2006/relationships/image" Target="../media/image102.png"/><Relationship Id="rId10" Type="http://schemas.openxmlformats.org/officeDocument/2006/relationships/tags" Target="../tags/tag176.xml"/><Relationship Id="rId19" Type="http://schemas.openxmlformats.org/officeDocument/2006/relationships/image" Target="../media/image96.png"/><Relationship Id="rId31" Type="http://schemas.openxmlformats.org/officeDocument/2006/relationships/image" Target="../media/image92.png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tags" Target="../tags/tag180.xml"/><Relationship Id="rId22" Type="http://schemas.openxmlformats.org/officeDocument/2006/relationships/image" Target="../media/image99.png"/><Relationship Id="rId27" Type="http://schemas.openxmlformats.org/officeDocument/2006/relationships/image" Target="../media/image101.png"/><Relationship Id="rId30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94.xml"/><Relationship Id="rId18" Type="http://schemas.openxmlformats.org/officeDocument/2006/relationships/tags" Target="../tags/tag199.xml"/><Relationship Id="rId26" Type="http://schemas.openxmlformats.org/officeDocument/2006/relationships/image" Target="../media/image100.png"/><Relationship Id="rId21" Type="http://schemas.openxmlformats.org/officeDocument/2006/relationships/image" Target="../media/image95.png"/><Relationship Id="rId34" Type="http://schemas.openxmlformats.org/officeDocument/2006/relationships/image" Target="../media/image92.png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17" Type="http://schemas.openxmlformats.org/officeDocument/2006/relationships/tags" Target="../tags/tag198.xml"/><Relationship Id="rId25" Type="http://schemas.openxmlformats.org/officeDocument/2006/relationships/image" Target="../media/image99.png"/><Relationship Id="rId33" Type="http://schemas.openxmlformats.org/officeDocument/2006/relationships/image" Target="../media/image90.png"/><Relationship Id="rId38" Type="http://schemas.openxmlformats.org/officeDocument/2006/relationships/image" Target="../media/image108.png"/><Relationship Id="rId2" Type="http://schemas.openxmlformats.org/officeDocument/2006/relationships/tags" Target="../tags/tag183.xml"/><Relationship Id="rId16" Type="http://schemas.openxmlformats.org/officeDocument/2006/relationships/tags" Target="../tags/tag197.xml"/><Relationship Id="rId20" Type="http://schemas.openxmlformats.org/officeDocument/2006/relationships/notesSlide" Target="../notesSlides/notesSlide21.xml"/><Relationship Id="rId29" Type="http://schemas.openxmlformats.org/officeDocument/2006/relationships/image" Target="../media/image88.png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24" Type="http://schemas.openxmlformats.org/officeDocument/2006/relationships/image" Target="../media/image104.png"/><Relationship Id="rId32" Type="http://schemas.openxmlformats.org/officeDocument/2006/relationships/image" Target="../media/image89.png"/><Relationship Id="rId37" Type="http://schemas.openxmlformats.org/officeDocument/2006/relationships/image" Target="../media/image107.png"/><Relationship Id="rId5" Type="http://schemas.openxmlformats.org/officeDocument/2006/relationships/tags" Target="../tags/tag186.xml"/><Relationship Id="rId15" Type="http://schemas.openxmlformats.org/officeDocument/2006/relationships/tags" Target="../tags/tag196.xml"/><Relationship Id="rId23" Type="http://schemas.openxmlformats.org/officeDocument/2006/relationships/image" Target="../media/image97.png"/><Relationship Id="rId28" Type="http://schemas.openxmlformats.org/officeDocument/2006/relationships/image" Target="../media/image91.png"/><Relationship Id="rId36" Type="http://schemas.openxmlformats.org/officeDocument/2006/relationships/image" Target="../media/image106.png"/><Relationship Id="rId10" Type="http://schemas.openxmlformats.org/officeDocument/2006/relationships/tags" Target="../tags/tag191.xml"/><Relationship Id="rId19" Type="http://schemas.openxmlformats.org/officeDocument/2006/relationships/slideLayout" Target="../slideLayouts/slideLayout2.xml"/><Relationship Id="rId31" Type="http://schemas.openxmlformats.org/officeDocument/2006/relationships/image" Target="../media/image102.png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Relationship Id="rId22" Type="http://schemas.openxmlformats.org/officeDocument/2006/relationships/image" Target="../media/image96.png"/><Relationship Id="rId27" Type="http://schemas.openxmlformats.org/officeDocument/2006/relationships/image" Target="../media/image87.png"/><Relationship Id="rId30" Type="http://schemas.openxmlformats.org/officeDocument/2006/relationships/image" Target="../media/image101.png"/><Relationship Id="rId35" Type="http://schemas.openxmlformats.org/officeDocument/2006/relationships/image" Target="../media/image105.png"/><Relationship Id="rId8" Type="http://schemas.openxmlformats.org/officeDocument/2006/relationships/tags" Target="../tags/tag189.xml"/><Relationship Id="rId3" Type="http://schemas.openxmlformats.org/officeDocument/2006/relationships/tags" Target="../tags/tag184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212.xml"/><Relationship Id="rId18" Type="http://schemas.openxmlformats.org/officeDocument/2006/relationships/tags" Target="../tags/tag217.xml"/><Relationship Id="rId26" Type="http://schemas.openxmlformats.org/officeDocument/2006/relationships/slideLayout" Target="../slideLayouts/slideLayout2.xml"/><Relationship Id="rId39" Type="http://schemas.openxmlformats.org/officeDocument/2006/relationships/image" Target="../media/image71.jpeg"/><Relationship Id="rId21" Type="http://schemas.openxmlformats.org/officeDocument/2006/relationships/tags" Target="../tags/tag220.xml"/><Relationship Id="rId34" Type="http://schemas.openxmlformats.org/officeDocument/2006/relationships/image" Target="../media/image66.png"/><Relationship Id="rId42" Type="http://schemas.openxmlformats.org/officeDocument/2006/relationships/image" Target="../media/image21.png"/><Relationship Id="rId47" Type="http://schemas.openxmlformats.org/officeDocument/2006/relationships/image" Target="../media/image77.png"/><Relationship Id="rId50" Type="http://schemas.openxmlformats.org/officeDocument/2006/relationships/image" Target="../media/image112.png"/><Relationship Id="rId55" Type="http://schemas.openxmlformats.org/officeDocument/2006/relationships/image" Target="../media/image113.png"/><Relationship Id="rId7" Type="http://schemas.openxmlformats.org/officeDocument/2006/relationships/tags" Target="../tags/tag206.xml"/><Relationship Id="rId2" Type="http://schemas.openxmlformats.org/officeDocument/2006/relationships/tags" Target="../tags/tag201.xml"/><Relationship Id="rId16" Type="http://schemas.openxmlformats.org/officeDocument/2006/relationships/tags" Target="../tags/tag215.xml"/><Relationship Id="rId29" Type="http://schemas.openxmlformats.org/officeDocument/2006/relationships/image" Target="../media/image61.png"/><Relationship Id="rId11" Type="http://schemas.openxmlformats.org/officeDocument/2006/relationships/tags" Target="../tags/tag210.xml"/><Relationship Id="rId24" Type="http://schemas.openxmlformats.org/officeDocument/2006/relationships/tags" Target="../tags/tag223.xml"/><Relationship Id="rId32" Type="http://schemas.openxmlformats.org/officeDocument/2006/relationships/image" Target="../media/image64.png"/><Relationship Id="rId37" Type="http://schemas.openxmlformats.org/officeDocument/2006/relationships/image" Target="../media/image69.jpeg"/><Relationship Id="rId40" Type="http://schemas.openxmlformats.org/officeDocument/2006/relationships/image" Target="../media/image72.png"/><Relationship Id="rId45" Type="http://schemas.openxmlformats.org/officeDocument/2006/relationships/image" Target="../media/image110.png"/><Relationship Id="rId53" Type="http://schemas.openxmlformats.org/officeDocument/2006/relationships/image" Target="../media/image81.png"/><Relationship Id="rId5" Type="http://schemas.openxmlformats.org/officeDocument/2006/relationships/tags" Target="../tags/tag204.xml"/><Relationship Id="rId19" Type="http://schemas.openxmlformats.org/officeDocument/2006/relationships/tags" Target="../tags/tag218.xml"/><Relationship Id="rId4" Type="http://schemas.openxmlformats.org/officeDocument/2006/relationships/tags" Target="../tags/tag203.xml"/><Relationship Id="rId9" Type="http://schemas.openxmlformats.org/officeDocument/2006/relationships/tags" Target="../tags/tag208.xml"/><Relationship Id="rId14" Type="http://schemas.openxmlformats.org/officeDocument/2006/relationships/tags" Target="../tags/tag213.xml"/><Relationship Id="rId22" Type="http://schemas.openxmlformats.org/officeDocument/2006/relationships/tags" Target="../tags/tag221.xml"/><Relationship Id="rId27" Type="http://schemas.openxmlformats.org/officeDocument/2006/relationships/notesSlide" Target="../notesSlides/notesSlide22.xml"/><Relationship Id="rId30" Type="http://schemas.openxmlformats.org/officeDocument/2006/relationships/image" Target="../media/image62.png"/><Relationship Id="rId35" Type="http://schemas.openxmlformats.org/officeDocument/2006/relationships/image" Target="../media/image75.png"/><Relationship Id="rId43" Type="http://schemas.openxmlformats.org/officeDocument/2006/relationships/image" Target="../media/image76.png"/><Relationship Id="rId48" Type="http://schemas.openxmlformats.org/officeDocument/2006/relationships/image" Target="../media/image78.png"/><Relationship Id="rId56" Type="http://schemas.openxmlformats.org/officeDocument/2006/relationships/image" Target="../media/image114.png"/><Relationship Id="rId8" Type="http://schemas.openxmlformats.org/officeDocument/2006/relationships/tags" Target="../tags/tag207.xml"/><Relationship Id="rId51" Type="http://schemas.openxmlformats.org/officeDocument/2006/relationships/image" Target="../media/image25.png"/><Relationship Id="rId3" Type="http://schemas.openxmlformats.org/officeDocument/2006/relationships/tags" Target="../tags/tag202.xml"/><Relationship Id="rId12" Type="http://schemas.openxmlformats.org/officeDocument/2006/relationships/tags" Target="../tags/tag211.xml"/><Relationship Id="rId17" Type="http://schemas.openxmlformats.org/officeDocument/2006/relationships/tags" Target="../tags/tag216.xml"/><Relationship Id="rId25" Type="http://schemas.openxmlformats.org/officeDocument/2006/relationships/tags" Target="../tags/tag224.xml"/><Relationship Id="rId33" Type="http://schemas.openxmlformats.org/officeDocument/2006/relationships/image" Target="../media/image65.png"/><Relationship Id="rId38" Type="http://schemas.openxmlformats.org/officeDocument/2006/relationships/image" Target="../media/image70.jpg"/><Relationship Id="rId46" Type="http://schemas.openxmlformats.org/officeDocument/2006/relationships/image" Target="../media/image111.png"/><Relationship Id="rId20" Type="http://schemas.openxmlformats.org/officeDocument/2006/relationships/tags" Target="../tags/tag219.xml"/><Relationship Id="rId41" Type="http://schemas.openxmlformats.org/officeDocument/2006/relationships/image" Target="../media/image20.jpeg"/><Relationship Id="rId54" Type="http://schemas.openxmlformats.org/officeDocument/2006/relationships/image" Target="../media/image82.png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5" Type="http://schemas.openxmlformats.org/officeDocument/2006/relationships/tags" Target="../tags/tag214.xml"/><Relationship Id="rId23" Type="http://schemas.openxmlformats.org/officeDocument/2006/relationships/tags" Target="../tags/tag222.xml"/><Relationship Id="rId28" Type="http://schemas.openxmlformats.org/officeDocument/2006/relationships/image" Target="../media/image60.png"/><Relationship Id="rId36" Type="http://schemas.openxmlformats.org/officeDocument/2006/relationships/image" Target="../media/image68.jpeg"/><Relationship Id="rId49" Type="http://schemas.openxmlformats.org/officeDocument/2006/relationships/image" Target="../media/image79.png"/><Relationship Id="rId57" Type="http://schemas.openxmlformats.org/officeDocument/2006/relationships/image" Target="../media/image83.png"/><Relationship Id="rId10" Type="http://schemas.openxmlformats.org/officeDocument/2006/relationships/tags" Target="../tags/tag209.xml"/><Relationship Id="rId31" Type="http://schemas.openxmlformats.org/officeDocument/2006/relationships/image" Target="../media/image109.png"/><Relationship Id="rId44" Type="http://schemas.openxmlformats.org/officeDocument/2006/relationships/image" Target="../media/image22.png"/><Relationship Id="rId52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237.xml"/><Relationship Id="rId18" Type="http://schemas.openxmlformats.org/officeDocument/2006/relationships/slideLayout" Target="../slideLayouts/slideLayout2.xml"/><Relationship Id="rId26" Type="http://schemas.openxmlformats.org/officeDocument/2006/relationships/image" Target="../media/image87.png"/><Relationship Id="rId3" Type="http://schemas.openxmlformats.org/officeDocument/2006/relationships/tags" Target="../tags/tag227.xml"/><Relationship Id="rId21" Type="http://schemas.openxmlformats.org/officeDocument/2006/relationships/image" Target="../media/image96.png"/><Relationship Id="rId34" Type="http://schemas.openxmlformats.org/officeDocument/2006/relationships/image" Target="../media/image117.png"/><Relationship Id="rId7" Type="http://schemas.openxmlformats.org/officeDocument/2006/relationships/tags" Target="../tags/tag231.xml"/><Relationship Id="rId12" Type="http://schemas.openxmlformats.org/officeDocument/2006/relationships/tags" Target="../tags/tag236.xml"/><Relationship Id="rId17" Type="http://schemas.openxmlformats.org/officeDocument/2006/relationships/tags" Target="../tags/tag241.xml"/><Relationship Id="rId25" Type="http://schemas.openxmlformats.org/officeDocument/2006/relationships/image" Target="../media/image100.png"/><Relationship Id="rId33" Type="http://schemas.openxmlformats.org/officeDocument/2006/relationships/image" Target="../media/image92.png"/><Relationship Id="rId2" Type="http://schemas.openxmlformats.org/officeDocument/2006/relationships/tags" Target="../tags/tag226.xml"/><Relationship Id="rId16" Type="http://schemas.openxmlformats.org/officeDocument/2006/relationships/tags" Target="../tags/tag240.xml"/><Relationship Id="rId20" Type="http://schemas.openxmlformats.org/officeDocument/2006/relationships/image" Target="../media/image115.png"/><Relationship Id="rId29" Type="http://schemas.openxmlformats.org/officeDocument/2006/relationships/image" Target="../media/image101.png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tags" Target="../tags/tag235.xml"/><Relationship Id="rId24" Type="http://schemas.openxmlformats.org/officeDocument/2006/relationships/image" Target="../media/image116.png"/><Relationship Id="rId32" Type="http://schemas.openxmlformats.org/officeDocument/2006/relationships/image" Target="../media/image90.png"/><Relationship Id="rId5" Type="http://schemas.openxmlformats.org/officeDocument/2006/relationships/tags" Target="../tags/tag229.xml"/><Relationship Id="rId15" Type="http://schemas.openxmlformats.org/officeDocument/2006/relationships/tags" Target="../tags/tag239.xml"/><Relationship Id="rId23" Type="http://schemas.openxmlformats.org/officeDocument/2006/relationships/image" Target="../media/image98.png"/><Relationship Id="rId28" Type="http://schemas.openxmlformats.org/officeDocument/2006/relationships/image" Target="../media/image88.png"/><Relationship Id="rId36" Type="http://schemas.openxmlformats.org/officeDocument/2006/relationships/image" Target="../media/image108.png"/><Relationship Id="rId10" Type="http://schemas.openxmlformats.org/officeDocument/2006/relationships/tags" Target="../tags/tag234.xml"/><Relationship Id="rId19" Type="http://schemas.openxmlformats.org/officeDocument/2006/relationships/notesSlide" Target="../notesSlides/notesSlide23.xml"/><Relationship Id="rId31" Type="http://schemas.openxmlformats.org/officeDocument/2006/relationships/image" Target="../media/image89.png"/><Relationship Id="rId4" Type="http://schemas.openxmlformats.org/officeDocument/2006/relationships/tags" Target="../tags/tag228.xml"/><Relationship Id="rId9" Type="http://schemas.openxmlformats.org/officeDocument/2006/relationships/tags" Target="../tags/tag233.xml"/><Relationship Id="rId14" Type="http://schemas.openxmlformats.org/officeDocument/2006/relationships/tags" Target="../tags/tag238.xml"/><Relationship Id="rId22" Type="http://schemas.openxmlformats.org/officeDocument/2006/relationships/image" Target="../media/image97.png"/><Relationship Id="rId27" Type="http://schemas.openxmlformats.org/officeDocument/2006/relationships/image" Target="../media/image91.png"/><Relationship Id="rId30" Type="http://schemas.openxmlformats.org/officeDocument/2006/relationships/image" Target="../media/image102.png"/><Relationship Id="rId35" Type="http://schemas.openxmlformats.org/officeDocument/2006/relationships/image" Target="../media/image118.png"/><Relationship Id="rId8" Type="http://schemas.openxmlformats.org/officeDocument/2006/relationships/tags" Target="../tags/tag23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254.xml"/><Relationship Id="rId18" Type="http://schemas.openxmlformats.org/officeDocument/2006/relationships/tags" Target="../tags/tag259.xml"/><Relationship Id="rId26" Type="http://schemas.openxmlformats.org/officeDocument/2006/relationships/image" Target="../media/image112.png"/><Relationship Id="rId39" Type="http://schemas.openxmlformats.org/officeDocument/2006/relationships/image" Target="../media/image122.png"/><Relationship Id="rId21" Type="http://schemas.openxmlformats.org/officeDocument/2006/relationships/slideLayout" Target="../slideLayouts/slideLayout2.xml"/><Relationship Id="rId34" Type="http://schemas.openxmlformats.org/officeDocument/2006/relationships/image" Target="../media/image113.png"/><Relationship Id="rId42" Type="http://schemas.openxmlformats.org/officeDocument/2006/relationships/image" Target="../media/image19.jpeg"/><Relationship Id="rId7" Type="http://schemas.openxmlformats.org/officeDocument/2006/relationships/tags" Target="../tags/tag24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29" Type="http://schemas.openxmlformats.org/officeDocument/2006/relationships/image" Target="../media/image22.png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24" Type="http://schemas.openxmlformats.org/officeDocument/2006/relationships/image" Target="../media/image78.png"/><Relationship Id="rId32" Type="http://schemas.openxmlformats.org/officeDocument/2006/relationships/image" Target="../media/image81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83.png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23" Type="http://schemas.openxmlformats.org/officeDocument/2006/relationships/image" Target="../media/image77.png"/><Relationship Id="rId28" Type="http://schemas.openxmlformats.org/officeDocument/2006/relationships/image" Target="../media/image76.png"/><Relationship Id="rId36" Type="http://schemas.openxmlformats.org/officeDocument/2006/relationships/image" Target="../media/image119.png"/><Relationship Id="rId10" Type="http://schemas.openxmlformats.org/officeDocument/2006/relationships/tags" Target="../tags/tag251.xml"/><Relationship Id="rId19" Type="http://schemas.openxmlformats.org/officeDocument/2006/relationships/tags" Target="../tags/tag260.xml"/><Relationship Id="rId31" Type="http://schemas.openxmlformats.org/officeDocument/2006/relationships/image" Target="../media/image27.png"/><Relationship Id="rId44" Type="http://schemas.openxmlformats.org/officeDocument/2006/relationships/image" Target="../media/image20.jpeg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Relationship Id="rId22" Type="http://schemas.openxmlformats.org/officeDocument/2006/relationships/notesSlide" Target="../notesSlides/notesSlide24.xml"/><Relationship Id="rId27" Type="http://schemas.openxmlformats.org/officeDocument/2006/relationships/image" Target="../media/image21.png"/><Relationship Id="rId30" Type="http://schemas.openxmlformats.org/officeDocument/2006/relationships/image" Target="../media/image25.png"/><Relationship Id="rId35" Type="http://schemas.openxmlformats.org/officeDocument/2006/relationships/image" Target="../media/image114.png"/><Relationship Id="rId43" Type="http://schemas.openxmlformats.org/officeDocument/2006/relationships/image" Target="../media/image71.jpeg"/><Relationship Id="rId8" Type="http://schemas.openxmlformats.org/officeDocument/2006/relationships/tags" Target="../tags/tag249.xml"/><Relationship Id="rId3" Type="http://schemas.openxmlformats.org/officeDocument/2006/relationships/tags" Target="../tags/tag244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5" Type="http://schemas.openxmlformats.org/officeDocument/2006/relationships/image" Target="../media/image79.png"/><Relationship Id="rId33" Type="http://schemas.openxmlformats.org/officeDocument/2006/relationships/image" Target="../media/image82.png"/><Relationship Id="rId38" Type="http://schemas.openxmlformats.org/officeDocument/2006/relationships/image" Target="../media/image121.png"/><Relationship Id="rId20" Type="http://schemas.openxmlformats.org/officeDocument/2006/relationships/tags" Target="../tags/tag261.xml"/><Relationship Id="rId41" Type="http://schemas.openxmlformats.org/officeDocument/2006/relationships/image" Target="../media/image1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13" Type="http://schemas.openxmlformats.org/officeDocument/2006/relationships/tags" Target="../tags/tag274.xml"/><Relationship Id="rId18" Type="http://schemas.openxmlformats.org/officeDocument/2006/relationships/image" Target="../media/image114.png"/><Relationship Id="rId26" Type="http://schemas.openxmlformats.org/officeDocument/2006/relationships/image" Target="../media/image132.png"/><Relationship Id="rId3" Type="http://schemas.openxmlformats.org/officeDocument/2006/relationships/tags" Target="../tags/tag264.xml"/><Relationship Id="rId21" Type="http://schemas.openxmlformats.org/officeDocument/2006/relationships/image" Target="../media/image127.png"/><Relationship Id="rId7" Type="http://schemas.openxmlformats.org/officeDocument/2006/relationships/tags" Target="../tags/tag268.xml"/><Relationship Id="rId12" Type="http://schemas.openxmlformats.org/officeDocument/2006/relationships/tags" Target="../tags/tag273.xml"/><Relationship Id="rId17" Type="http://schemas.openxmlformats.org/officeDocument/2006/relationships/image" Target="../media/image82.png"/><Relationship Id="rId25" Type="http://schemas.openxmlformats.org/officeDocument/2006/relationships/image" Target="../media/image131.png"/><Relationship Id="rId2" Type="http://schemas.openxmlformats.org/officeDocument/2006/relationships/tags" Target="../tags/tag263.xml"/><Relationship Id="rId16" Type="http://schemas.openxmlformats.org/officeDocument/2006/relationships/image" Target="../media/image27.png"/><Relationship Id="rId20" Type="http://schemas.openxmlformats.org/officeDocument/2006/relationships/image" Target="../media/image126.png"/><Relationship Id="rId29" Type="http://schemas.openxmlformats.org/officeDocument/2006/relationships/image" Target="../media/image4.png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tags" Target="../tags/tag272.xml"/><Relationship Id="rId24" Type="http://schemas.openxmlformats.org/officeDocument/2006/relationships/image" Target="../media/image130.png"/><Relationship Id="rId5" Type="http://schemas.openxmlformats.org/officeDocument/2006/relationships/tags" Target="../tags/tag266.xml"/><Relationship Id="rId15" Type="http://schemas.openxmlformats.org/officeDocument/2006/relationships/notesSlide" Target="../notesSlides/notesSlide25.xml"/><Relationship Id="rId23" Type="http://schemas.openxmlformats.org/officeDocument/2006/relationships/image" Target="../media/image129.png"/><Relationship Id="rId28" Type="http://schemas.openxmlformats.org/officeDocument/2006/relationships/image" Target="../media/image134.png"/><Relationship Id="rId10" Type="http://schemas.openxmlformats.org/officeDocument/2006/relationships/tags" Target="../tags/tag271.xml"/><Relationship Id="rId19" Type="http://schemas.openxmlformats.org/officeDocument/2006/relationships/image" Target="../media/image125.png"/><Relationship Id="rId4" Type="http://schemas.openxmlformats.org/officeDocument/2006/relationships/tags" Target="../tags/tag265.xml"/><Relationship Id="rId9" Type="http://schemas.openxmlformats.org/officeDocument/2006/relationships/tags" Target="../tags/tag270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128.png"/><Relationship Id="rId27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86819"/>
            <a:ext cx="7772400" cy="23876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Quantum Search</a:t>
            </a:r>
            <a:br>
              <a:rPr lang="en-US" sz="5400" dirty="0" smtClean="0"/>
            </a:br>
            <a:r>
              <a:rPr lang="en-US" sz="5400" dirty="0" smtClean="0"/>
              <a:t>Beyond Grover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39038"/>
            <a:ext cx="6858000" cy="1967711"/>
          </a:xfrm>
        </p:spPr>
        <p:txBody>
          <a:bodyPr>
            <a:normAutofit/>
          </a:bodyPr>
          <a:lstStyle/>
          <a:p>
            <a:r>
              <a:rPr lang="en-US" dirty="0" smtClean="0"/>
              <a:t>Stacey Jeffery</a:t>
            </a:r>
          </a:p>
          <a:p>
            <a:endParaRPr lang="en-US" sz="20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1142999" y="118872"/>
            <a:ext cx="6858001" cy="6615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18389" y="0"/>
            <a:ext cx="10256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" y="-2348"/>
            <a:ext cx="10256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551" y="4796221"/>
            <a:ext cx="2846838" cy="19476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8" y="177020"/>
            <a:ext cx="1415143" cy="764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57" y="190508"/>
            <a:ext cx="1626109" cy="57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0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58" y="1553045"/>
            <a:ext cx="292397" cy="2838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954" y="1553126"/>
            <a:ext cx="2297143" cy="2838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58" y="2174156"/>
            <a:ext cx="292397" cy="2838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955" y="2174237"/>
            <a:ext cx="2222857" cy="28381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57" y="2795186"/>
            <a:ext cx="292397" cy="2838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955" y="2795267"/>
            <a:ext cx="5285714" cy="28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7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86819"/>
            <a:ext cx="7772400" cy="23876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Brute-force Search</a:t>
            </a:r>
            <a:endParaRPr lang="en-US" sz="5400" dirty="0"/>
          </a:p>
        </p:txBody>
      </p:sp>
      <p:sp>
        <p:nvSpPr>
          <p:cNvPr id="9" name="Rectangle 8"/>
          <p:cNvSpPr/>
          <p:nvPr/>
        </p:nvSpPr>
        <p:spPr>
          <a:xfrm>
            <a:off x="1142999" y="118872"/>
            <a:ext cx="6858001" cy="6615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18389" y="0"/>
            <a:ext cx="10256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" y="-2348"/>
            <a:ext cx="10256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347" y="4895960"/>
            <a:ext cx="1802160" cy="180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0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Search Problems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18872" y="1010653"/>
            <a:ext cx="8909674" cy="14473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0" name="Picture 1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640607"/>
            <a:ext cx="3228975" cy="228600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2096853"/>
            <a:ext cx="4006215" cy="226695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1146728"/>
            <a:ext cx="4530471" cy="26289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118872" y="2564737"/>
            <a:ext cx="8909674" cy="18491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3194692"/>
            <a:ext cx="2310095" cy="25295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3650938"/>
            <a:ext cx="3190857" cy="2529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2700812"/>
            <a:ext cx="3383848" cy="26460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042184"/>
            <a:ext cx="6773332" cy="25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Search Problems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18872" y="1010653"/>
            <a:ext cx="8909674" cy="14473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0" name="Picture 1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640607"/>
            <a:ext cx="3228975" cy="228600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2096853"/>
            <a:ext cx="4006215" cy="226695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1146728"/>
            <a:ext cx="4530471" cy="26289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118872" y="2564737"/>
            <a:ext cx="8909674" cy="14091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3135300"/>
            <a:ext cx="2666666" cy="188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2700812"/>
            <a:ext cx="2630324" cy="2067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4" y="3551959"/>
            <a:ext cx="4670475" cy="23009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3043668"/>
            <a:ext cx="349288" cy="34928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" y="3410531"/>
            <a:ext cx="639765" cy="4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5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Brute Force Search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18872" y="1010653"/>
            <a:ext cx="8909674" cy="14473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0" name="Picture 1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640607"/>
            <a:ext cx="3228975" cy="228600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2096853"/>
            <a:ext cx="4006215" cy="226695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1146728"/>
            <a:ext cx="4530471" cy="26289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118872" y="2564737"/>
            <a:ext cx="8909674" cy="14091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2700812"/>
            <a:ext cx="2630324" cy="2067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4" y="3551959"/>
            <a:ext cx="4670475" cy="23009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571738" y="3460584"/>
            <a:ext cx="331856" cy="412844"/>
            <a:chOff x="3249545" y="5938317"/>
            <a:chExt cx="331856" cy="412844"/>
          </a:xfrm>
        </p:grpSpPr>
        <p:sp>
          <p:nvSpPr>
            <p:cNvPr id="14" name="Rounded Rectangle 13"/>
            <p:cNvSpPr/>
            <p:nvPr/>
          </p:nvSpPr>
          <p:spPr>
            <a:xfrm>
              <a:off x="3249545" y="5938317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1378" y="6064739"/>
              <a:ext cx="108190" cy="160000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3612510" y="2984551"/>
            <a:ext cx="331856" cy="412844"/>
            <a:chOff x="2970783" y="2391566"/>
            <a:chExt cx="331856" cy="412844"/>
          </a:xfrm>
        </p:grpSpPr>
        <p:sp>
          <p:nvSpPr>
            <p:cNvPr id="17" name="Rounded Rectangle 16"/>
            <p:cNvSpPr/>
            <p:nvPr/>
          </p:nvSpPr>
          <p:spPr>
            <a:xfrm>
              <a:off x="2970783" y="23915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617" y="2517988"/>
              <a:ext cx="114285" cy="160000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19" y="4242106"/>
            <a:ext cx="1709714" cy="281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19" y="4846033"/>
            <a:ext cx="3649524" cy="23009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3043668"/>
            <a:ext cx="349288" cy="34928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" y="3410531"/>
            <a:ext cx="639765" cy="48022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3135300"/>
            <a:ext cx="2666666" cy="188952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5261962" y="4754658"/>
            <a:ext cx="1118664" cy="412844"/>
            <a:chOff x="2825702" y="5315308"/>
            <a:chExt cx="1118664" cy="412844"/>
          </a:xfrm>
        </p:grpSpPr>
        <p:sp>
          <p:nvSpPr>
            <p:cNvPr id="33" name="Rounded Rectangle 32"/>
            <p:cNvSpPr/>
            <p:nvPr/>
          </p:nvSpPr>
          <p:spPr>
            <a:xfrm>
              <a:off x="2825702" y="5315308"/>
              <a:ext cx="111866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9030" y="5368516"/>
              <a:ext cx="872009" cy="3078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805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Quantum Search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18872" y="1010653"/>
            <a:ext cx="8909674" cy="14473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0" name="Picture 1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640607"/>
            <a:ext cx="3228975" cy="228600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2096853"/>
            <a:ext cx="4006215" cy="226695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1146728"/>
            <a:ext cx="4530471" cy="26289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118872" y="2564737"/>
            <a:ext cx="8909674" cy="14091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2700812"/>
            <a:ext cx="2630324" cy="2067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4" y="3551959"/>
            <a:ext cx="4670475" cy="23009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571738" y="3460584"/>
            <a:ext cx="331856" cy="412844"/>
            <a:chOff x="3249545" y="5938317"/>
            <a:chExt cx="331856" cy="412844"/>
          </a:xfrm>
        </p:grpSpPr>
        <p:sp>
          <p:nvSpPr>
            <p:cNvPr id="14" name="Rounded Rectangle 13"/>
            <p:cNvSpPr/>
            <p:nvPr/>
          </p:nvSpPr>
          <p:spPr>
            <a:xfrm>
              <a:off x="3249545" y="5938317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1378" y="6064739"/>
              <a:ext cx="108190" cy="160000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3612510" y="2984551"/>
            <a:ext cx="331856" cy="412844"/>
            <a:chOff x="2970783" y="2391566"/>
            <a:chExt cx="331856" cy="412844"/>
          </a:xfrm>
        </p:grpSpPr>
        <p:sp>
          <p:nvSpPr>
            <p:cNvPr id="17" name="Rounded Rectangle 16"/>
            <p:cNvSpPr/>
            <p:nvPr/>
          </p:nvSpPr>
          <p:spPr>
            <a:xfrm>
              <a:off x="2970783" y="23915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617" y="2517988"/>
              <a:ext cx="114285" cy="160000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19" y="4242106"/>
            <a:ext cx="1709714" cy="281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19" y="4846033"/>
            <a:ext cx="3649524" cy="230095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5261962" y="4754658"/>
            <a:ext cx="1118664" cy="412844"/>
            <a:chOff x="2825702" y="5315308"/>
            <a:chExt cx="1118664" cy="412844"/>
          </a:xfrm>
        </p:grpSpPr>
        <p:sp>
          <p:nvSpPr>
            <p:cNvPr id="22" name="Rounded Rectangle 21"/>
            <p:cNvSpPr/>
            <p:nvPr/>
          </p:nvSpPr>
          <p:spPr>
            <a:xfrm>
              <a:off x="2825702" y="5315308"/>
              <a:ext cx="111866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9030" y="5368516"/>
              <a:ext cx="872009" cy="307810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649" y="5489524"/>
            <a:ext cx="3430094" cy="230095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5261962" y="5398149"/>
            <a:ext cx="1118664" cy="412844"/>
            <a:chOff x="5270871" y="5398149"/>
            <a:chExt cx="1118664" cy="412844"/>
          </a:xfrm>
        </p:grpSpPr>
        <p:sp>
          <p:nvSpPr>
            <p:cNvPr id="26" name="Rounded Rectangle 25"/>
            <p:cNvSpPr/>
            <p:nvPr/>
          </p:nvSpPr>
          <p:spPr>
            <a:xfrm>
              <a:off x="5270871" y="5398149"/>
              <a:ext cx="111866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4719" y="5451357"/>
              <a:ext cx="1030969" cy="356572"/>
            </a:xfrm>
            <a:prstGeom prst="rect">
              <a:avLst/>
            </a:prstGeom>
          </p:spPr>
        </p:pic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2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3043668"/>
            <a:ext cx="349288" cy="34928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" y="3410531"/>
            <a:ext cx="639765" cy="48022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3135300"/>
            <a:ext cx="2666666" cy="18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5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Naïve Collision Finding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18872" y="1010653"/>
            <a:ext cx="8909674" cy="17944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551525"/>
            <a:ext cx="2310095" cy="25295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2007771"/>
            <a:ext cx="3190857" cy="25295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3" y="1140145"/>
            <a:ext cx="3383848" cy="26460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399017"/>
            <a:ext cx="6773332" cy="25295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79" y="3155142"/>
            <a:ext cx="5996190" cy="25295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79" y="3758159"/>
            <a:ext cx="4694857" cy="25142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79" y="4339198"/>
            <a:ext cx="3379809" cy="30476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13" y="3635035"/>
            <a:ext cx="349288" cy="3492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017211"/>
            <a:ext cx="639765" cy="48022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953" y="5296950"/>
            <a:ext cx="2310095" cy="30781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96" y="5898443"/>
            <a:ext cx="2675809" cy="3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6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/>
        </p:nvSpPr>
        <p:spPr>
          <a:xfrm>
            <a:off x="2453570" y="5559371"/>
            <a:ext cx="873761" cy="1257587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3" name="Straight Connector 82"/>
          <p:cNvCxnSpPr>
            <a:stCxn id="48" idx="6"/>
            <a:endCxn id="61" idx="2"/>
          </p:cNvCxnSpPr>
          <p:nvPr/>
        </p:nvCxnSpPr>
        <p:spPr>
          <a:xfrm>
            <a:off x="3026598" y="5943422"/>
            <a:ext cx="3090569" cy="295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7" idx="6"/>
            <a:endCxn id="60" idx="2"/>
          </p:cNvCxnSpPr>
          <p:nvPr/>
        </p:nvCxnSpPr>
        <p:spPr>
          <a:xfrm>
            <a:off x="2702266" y="6069743"/>
            <a:ext cx="1669835" cy="510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34" idx="6"/>
            <a:endCxn id="56" idx="2"/>
          </p:cNvCxnSpPr>
          <p:nvPr/>
        </p:nvCxnSpPr>
        <p:spPr>
          <a:xfrm flipV="1">
            <a:off x="3114683" y="6096595"/>
            <a:ext cx="1382677" cy="142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45" idx="6"/>
            <a:endCxn id="59" idx="3"/>
          </p:cNvCxnSpPr>
          <p:nvPr/>
        </p:nvCxnSpPr>
        <p:spPr>
          <a:xfrm flipV="1">
            <a:off x="2702266" y="5807528"/>
            <a:ext cx="1618918" cy="581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9" idx="6"/>
            <a:endCxn id="58" idx="2"/>
          </p:cNvCxnSpPr>
          <p:nvPr/>
        </p:nvCxnSpPr>
        <p:spPr>
          <a:xfrm flipV="1">
            <a:off x="3116639" y="6334542"/>
            <a:ext cx="1812104" cy="14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36" idx="6"/>
            <a:endCxn id="57" idx="2"/>
          </p:cNvCxnSpPr>
          <p:nvPr/>
        </p:nvCxnSpPr>
        <p:spPr>
          <a:xfrm>
            <a:off x="2863171" y="5773572"/>
            <a:ext cx="2391492" cy="48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494091" y="5747494"/>
            <a:ext cx="229646" cy="214139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Better Collision Finding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8872" y="1010653"/>
            <a:ext cx="8909674" cy="21794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1102533"/>
            <a:ext cx="2619429" cy="230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1959983"/>
            <a:ext cx="1699048" cy="2209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1556792"/>
            <a:ext cx="3467100" cy="2324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3" y="2840659"/>
            <a:ext cx="6438095" cy="2514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3" y="2389567"/>
            <a:ext cx="4182857" cy="25295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4255" y="3296777"/>
            <a:ext cx="8909674" cy="21794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1" y="3388657"/>
            <a:ext cx="2078477" cy="25142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7" y="3829205"/>
            <a:ext cx="4495239" cy="252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7" y="4275749"/>
            <a:ext cx="5947428" cy="55466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5003980"/>
            <a:ext cx="705524" cy="29866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7823964" y="1128389"/>
            <a:ext cx="1096381" cy="412844"/>
            <a:chOff x="7823964" y="1128389"/>
            <a:chExt cx="1096381" cy="412844"/>
          </a:xfrm>
        </p:grpSpPr>
        <p:sp>
          <p:nvSpPr>
            <p:cNvPr id="28" name="Rounded Rectangle 27"/>
            <p:cNvSpPr/>
            <p:nvPr/>
          </p:nvSpPr>
          <p:spPr>
            <a:xfrm>
              <a:off x="7823964" y="1128389"/>
              <a:ext cx="1096381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4348" y="1209097"/>
              <a:ext cx="935612" cy="251429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>
            <a:off x="7495101" y="3622783"/>
            <a:ext cx="1425244" cy="412844"/>
            <a:chOff x="7495101" y="3622783"/>
            <a:chExt cx="1425244" cy="412844"/>
          </a:xfrm>
        </p:grpSpPr>
        <p:sp>
          <p:nvSpPr>
            <p:cNvPr id="35" name="Rounded Rectangle 34"/>
            <p:cNvSpPr/>
            <p:nvPr/>
          </p:nvSpPr>
          <p:spPr>
            <a:xfrm>
              <a:off x="7495101" y="3622783"/>
              <a:ext cx="142524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5347" y="3703491"/>
              <a:ext cx="1264752" cy="251429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>
            <a:off x="7496248" y="4263321"/>
            <a:ext cx="1425244" cy="412844"/>
            <a:chOff x="7496248" y="4263321"/>
            <a:chExt cx="1425244" cy="412844"/>
          </a:xfrm>
        </p:grpSpPr>
        <p:sp>
          <p:nvSpPr>
            <p:cNvPr id="38" name="Rounded Rectangle 37"/>
            <p:cNvSpPr/>
            <p:nvPr/>
          </p:nvSpPr>
          <p:spPr>
            <a:xfrm>
              <a:off x="7496248" y="4263321"/>
              <a:ext cx="142524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4971" y="4344029"/>
              <a:ext cx="1267799" cy="251429"/>
            </a:xfrm>
            <a:prstGeom prst="rect">
              <a:avLst/>
            </a:prstGeom>
          </p:spPr>
        </p:pic>
      </p:grpSp>
      <p:sp>
        <p:nvSpPr>
          <p:cNvPr id="34" name="Oval 33"/>
          <p:cNvSpPr/>
          <p:nvPr/>
        </p:nvSpPr>
        <p:spPr>
          <a:xfrm>
            <a:off x="2970667" y="6166839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719155" y="5701564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972623" y="6402574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2558250" y="6316816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2558250" y="5997735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2882582" y="5871414"/>
            <a:ext cx="144016" cy="144016"/>
          </a:xfrm>
          <a:prstGeom prst="ellipse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497360" y="6024587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254663" y="5750055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28743" y="6262534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300093" y="5684603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4372101" y="6507944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117167" y="6166839"/>
            <a:ext cx="144016" cy="144016"/>
          </a:xfrm>
          <a:prstGeom prst="ellipse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3529709" y="5782556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3967377" y="5790940"/>
            <a:ext cx="144016" cy="14401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3850703" y="6231372"/>
            <a:ext cx="144016" cy="14401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799806" y="6438086"/>
            <a:ext cx="144016" cy="144016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4567983" y="6341510"/>
            <a:ext cx="144016" cy="144016"/>
          </a:xfrm>
          <a:prstGeom prst="ellipse">
            <a:avLst/>
          </a:prstGeom>
          <a:solidFill>
            <a:srgbClr val="EBE9EC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767191" y="5756788"/>
            <a:ext cx="144016" cy="144016"/>
          </a:xfrm>
          <a:prstGeom prst="ellipse">
            <a:avLst/>
          </a:prstGeom>
          <a:solidFill>
            <a:srgbClr val="CC66FF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6256919" y="5802332"/>
            <a:ext cx="144016" cy="144016"/>
          </a:xfrm>
          <a:prstGeom prst="ellipse">
            <a:avLst/>
          </a:prstGeom>
          <a:solidFill>
            <a:srgbClr val="FF9999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826786" y="6044610"/>
            <a:ext cx="144016" cy="144016"/>
          </a:xfrm>
          <a:prstGeom prst="ellipse">
            <a:avLst/>
          </a:prstGeom>
          <a:solidFill>
            <a:srgbClr val="00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522897" y="6387466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6119150" y="6334799"/>
            <a:ext cx="144016" cy="14401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5618357" y="5934956"/>
            <a:ext cx="144016" cy="14401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4300093" y="6265783"/>
            <a:ext cx="144016" cy="144016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4798525" y="5910149"/>
            <a:ext cx="144016" cy="144016"/>
          </a:xfrm>
          <a:prstGeom prst="ellipse">
            <a:avLst/>
          </a:prstGeom>
          <a:solidFill>
            <a:srgbClr val="EBE9EC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236193" y="5918533"/>
            <a:ext cx="144016" cy="144016"/>
          </a:xfrm>
          <a:prstGeom prst="ellipse">
            <a:avLst/>
          </a:prstGeom>
          <a:solidFill>
            <a:srgbClr val="CC66FF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5119519" y="6358965"/>
            <a:ext cx="144016" cy="144016"/>
          </a:xfrm>
          <a:prstGeom prst="ellipse">
            <a:avLst/>
          </a:prstGeom>
          <a:solidFill>
            <a:srgbClr val="FF9999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416509" y="6240976"/>
            <a:ext cx="144016" cy="144016"/>
          </a:xfrm>
          <a:prstGeom prst="ellipse">
            <a:avLst/>
          </a:prstGeom>
          <a:solidFill>
            <a:srgbClr val="00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163" y="6601552"/>
            <a:ext cx="153905" cy="17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2" grpId="0" animBg="1"/>
      <p:bldP spid="16" grpId="0" animBg="1"/>
      <p:bldP spid="34" grpId="0" animBg="1"/>
      <p:bldP spid="36" grpId="0" animBg="1"/>
      <p:bldP spid="39" grpId="0" animBg="1"/>
      <p:bldP spid="45" grpId="0" animBg="1"/>
      <p:bldP spid="47" grpId="0" animBg="1"/>
      <p:bldP spid="48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Better Collision Finding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8872" y="1010653"/>
            <a:ext cx="8909674" cy="21794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1102533"/>
            <a:ext cx="2619429" cy="230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1959983"/>
            <a:ext cx="1699048" cy="2209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1556792"/>
            <a:ext cx="3467100" cy="2324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3" y="2840659"/>
            <a:ext cx="6438095" cy="2514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3" y="2389567"/>
            <a:ext cx="4182857" cy="25295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4255" y="3296777"/>
            <a:ext cx="8909674" cy="21794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1" y="3388657"/>
            <a:ext cx="2078477" cy="25142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7" y="3829205"/>
            <a:ext cx="4495239" cy="252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7" y="4275749"/>
            <a:ext cx="5947428" cy="55466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5003980"/>
            <a:ext cx="705524" cy="29866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7823964" y="1128389"/>
            <a:ext cx="1096381" cy="412844"/>
            <a:chOff x="7823964" y="1128389"/>
            <a:chExt cx="1096381" cy="412844"/>
          </a:xfrm>
        </p:grpSpPr>
        <p:sp>
          <p:nvSpPr>
            <p:cNvPr id="28" name="Rounded Rectangle 27"/>
            <p:cNvSpPr/>
            <p:nvPr/>
          </p:nvSpPr>
          <p:spPr>
            <a:xfrm>
              <a:off x="7823964" y="1128389"/>
              <a:ext cx="1096381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4348" y="1209097"/>
              <a:ext cx="935612" cy="251429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>
            <a:off x="7495101" y="3622783"/>
            <a:ext cx="1425244" cy="412844"/>
            <a:chOff x="7495101" y="3622783"/>
            <a:chExt cx="1425244" cy="412844"/>
          </a:xfrm>
        </p:grpSpPr>
        <p:sp>
          <p:nvSpPr>
            <p:cNvPr id="35" name="Rounded Rectangle 34"/>
            <p:cNvSpPr/>
            <p:nvPr/>
          </p:nvSpPr>
          <p:spPr>
            <a:xfrm>
              <a:off x="7495101" y="3622783"/>
              <a:ext cx="142524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5347" y="3703491"/>
              <a:ext cx="1264752" cy="251429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>
            <a:off x="7496248" y="4263321"/>
            <a:ext cx="1425244" cy="412844"/>
            <a:chOff x="7496248" y="4263321"/>
            <a:chExt cx="1425244" cy="412844"/>
          </a:xfrm>
        </p:grpSpPr>
        <p:sp>
          <p:nvSpPr>
            <p:cNvPr id="38" name="Rounded Rectangle 37"/>
            <p:cNvSpPr/>
            <p:nvPr/>
          </p:nvSpPr>
          <p:spPr>
            <a:xfrm>
              <a:off x="7496248" y="4263321"/>
              <a:ext cx="142524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4971" y="4344029"/>
              <a:ext cx="1267799" cy="251429"/>
            </a:xfrm>
            <a:prstGeom prst="rect">
              <a:avLst/>
            </a:prstGeom>
          </p:spPr>
        </p:pic>
      </p:grpSp>
      <p:pic>
        <p:nvPicPr>
          <p:cNvPr id="44" name="Picture 4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3" y="5815968"/>
            <a:ext cx="992000" cy="184381"/>
          </a:xfrm>
          <a:prstGeom prst="rect">
            <a:avLst/>
          </a:prstGeom>
        </p:spPr>
      </p:pic>
      <p:grpSp>
        <p:nvGrpSpPr>
          <p:cNvPr id="54" name="Group 53"/>
          <p:cNvGrpSpPr/>
          <p:nvPr/>
        </p:nvGrpSpPr>
        <p:grpSpPr>
          <a:xfrm>
            <a:off x="1353849" y="5686718"/>
            <a:ext cx="1630511" cy="412844"/>
            <a:chOff x="1353849" y="5686718"/>
            <a:chExt cx="1630511" cy="412844"/>
          </a:xfrm>
        </p:grpSpPr>
        <p:sp>
          <p:nvSpPr>
            <p:cNvPr id="46" name="Rounded Rectangle 45"/>
            <p:cNvSpPr/>
            <p:nvPr/>
          </p:nvSpPr>
          <p:spPr>
            <a:xfrm>
              <a:off x="1353849" y="5686718"/>
              <a:ext cx="1630511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6919" y="5732378"/>
              <a:ext cx="1464371" cy="321524"/>
            </a:xfrm>
            <a:prstGeom prst="rect">
              <a:avLst/>
            </a:prstGeom>
          </p:spPr>
        </p:pic>
      </p:grpSp>
      <p:grpSp>
        <p:nvGrpSpPr>
          <p:cNvPr id="51" name="Group 50"/>
          <p:cNvGrpSpPr/>
          <p:nvPr/>
        </p:nvGrpSpPr>
        <p:grpSpPr>
          <a:xfrm>
            <a:off x="3315454" y="4953950"/>
            <a:ext cx="2513092" cy="412844"/>
            <a:chOff x="3234565" y="4953950"/>
            <a:chExt cx="2513092" cy="412844"/>
          </a:xfrm>
        </p:grpSpPr>
        <p:sp>
          <p:nvSpPr>
            <p:cNvPr id="50" name="Rounded Rectangle 49"/>
            <p:cNvSpPr/>
            <p:nvPr/>
          </p:nvSpPr>
          <p:spPr>
            <a:xfrm>
              <a:off x="3234565" y="4953950"/>
              <a:ext cx="2513092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397" y="4998848"/>
              <a:ext cx="2331428" cy="323048"/>
            </a:xfrm>
            <a:prstGeom prst="rect">
              <a:avLst/>
            </a:prstGeom>
          </p:spPr>
        </p:pic>
      </p:grpSp>
      <p:pic>
        <p:nvPicPr>
          <p:cNvPr id="53" name="Picture 5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496" y="5779616"/>
            <a:ext cx="1531428" cy="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9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Better Collision Finding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8872" y="1010653"/>
            <a:ext cx="8909674" cy="21794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1102533"/>
            <a:ext cx="2619429" cy="230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1959983"/>
            <a:ext cx="1699048" cy="2209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1556792"/>
            <a:ext cx="3467100" cy="2324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3" y="2840659"/>
            <a:ext cx="6438095" cy="2514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73" y="2389567"/>
            <a:ext cx="4182857" cy="25295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4255" y="3296777"/>
            <a:ext cx="8909674" cy="21794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1" y="3388657"/>
            <a:ext cx="2078477" cy="25142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7" y="3829205"/>
            <a:ext cx="4495239" cy="252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7" y="4275749"/>
            <a:ext cx="5947428" cy="55466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5003980"/>
            <a:ext cx="705524" cy="29866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7823964" y="1128389"/>
            <a:ext cx="1096381" cy="412844"/>
            <a:chOff x="7823964" y="1128389"/>
            <a:chExt cx="1096381" cy="412844"/>
          </a:xfrm>
        </p:grpSpPr>
        <p:sp>
          <p:nvSpPr>
            <p:cNvPr id="28" name="Rounded Rectangle 27"/>
            <p:cNvSpPr/>
            <p:nvPr/>
          </p:nvSpPr>
          <p:spPr>
            <a:xfrm>
              <a:off x="7823964" y="1128389"/>
              <a:ext cx="1096381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4348" y="1209097"/>
              <a:ext cx="935612" cy="251429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>
            <a:off x="7495101" y="3622783"/>
            <a:ext cx="1425244" cy="412844"/>
            <a:chOff x="7495101" y="3622783"/>
            <a:chExt cx="1425244" cy="412844"/>
          </a:xfrm>
        </p:grpSpPr>
        <p:sp>
          <p:nvSpPr>
            <p:cNvPr id="35" name="Rounded Rectangle 34"/>
            <p:cNvSpPr/>
            <p:nvPr/>
          </p:nvSpPr>
          <p:spPr>
            <a:xfrm>
              <a:off x="7495101" y="3622783"/>
              <a:ext cx="142524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5347" y="3703491"/>
              <a:ext cx="1264752" cy="251429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>
            <a:off x="7496248" y="4263321"/>
            <a:ext cx="1425244" cy="412844"/>
            <a:chOff x="7496248" y="4263321"/>
            <a:chExt cx="1425244" cy="412844"/>
          </a:xfrm>
        </p:grpSpPr>
        <p:sp>
          <p:nvSpPr>
            <p:cNvPr id="38" name="Rounded Rectangle 37"/>
            <p:cNvSpPr/>
            <p:nvPr/>
          </p:nvSpPr>
          <p:spPr>
            <a:xfrm>
              <a:off x="7496248" y="4263321"/>
              <a:ext cx="1425244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4971" y="4344029"/>
              <a:ext cx="1267799" cy="251429"/>
            </a:xfrm>
            <a:prstGeom prst="rect">
              <a:avLst/>
            </a:prstGeom>
          </p:spPr>
        </p:pic>
      </p:grpSp>
      <p:pic>
        <p:nvPicPr>
          <p:cNvPr id="44" name="Picture 4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3" y="5815968"/>
            <a:ext cx="992000" cy="184381"/>
          </a:xfrm>
          <a:prstGeom prst="rect">
            <a:avLst/>
          </a:prstGeom>
        </p:spPr>
      </p:pic>
      <p:grpSp>
        <p:nvGrpSpPr>
          <p:cNvPr id="54" name="Group 53"/>
          <p:cNvGrpSpPr/>
          <p:nvPr/>
        </p:nvGrpSpPr>
        <p:grpSpPr>
          <a:xfrm>
            <a:off x="1353849" y="5686718"/>
            <a:ext cx="1630511" cy="412844"/>
            <a:chOff x="1353849" y="5686718"/>
            <a:chExt cx="1630511" cy="412844"/>
          </a:xfrm>
        </p:grpSpPr>
        <p:sp>
          <p:nvSpPr>
            <p:cNvPr id="46" name="Rounded Rectangle 45"/>
            <p:cNvSpPr/>
            <p:nvPr/>
          </p:nvSpPr>
          <p:spPr>
            <a:xfrm>
              <a:off x="1353849" y="5686718"/>
              <a:ext cx="1630511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6919" y="5732378"/>
              <a:ext cx="1464371" cy="321524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3119762" y="4893772"/>
            <a:ext cx="2904476" cy="500283"/>
            <a:chOff x="3216945" y="4873676"/>
            <a:chExt cx="2904476" cy="500283"/>
          </a:xfrm>
        </p:grpSpPr>
        <p:sp>
          <p:nvSpPr>
            <p:cNvPr id="50" name="Rounded Rectangle 49"/>
            <p:cNvSpPr/>
            <p:nvPr/>
          </p:nvSpPr>
          <p:spPr>
            <a:xfrm>
              <a:off x="3216945" y="4873676"/>
              <a:ext cx="2904476" cy="50028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6232" y="4896008"/>
              <a:ext cx="2745903" cy="455619"/>
            </a:xfrm>
            <a:prstGeom prst="rect">
              <a:avLst/>
            </a:prstGeom>
          </p:spPr>
        </p:pic>
      </p:grpSp>
      <p:pic>
        <p:nvPicPr>
          <p:cNvPr id="53" name="Picture 5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496" y="5779616"/>
            <a:ext cx="1531428" cy="2270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3" y="6455183"/>
            <a:ext cx="1081905" cy="227048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1454329" y="6300667"/>
            <a:ext cx="1885392" cy="509277"/>
            <a:chOff x="1353849" y="6320763"/>
            <a:chExt cx="1885392" cy="509277"/>
          </a:xfrm>
        </p:grpSpPr>
        <p:sp>
          <p:nvSpPr>
            <p:cNvPr id="45" name="Rounded Rectangle 44"/>
            <p:cNvSpPr/>
            <p:nvPr/>
          </p:nvSpPr>
          <p:spPr>
            <a:xfrm>
              <a:off x="1353849" y="6320763"/>
              <a:ext cx="1885392" cy="50927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7123" y="6347592"/>
              <a:ext cx="1718845" cy="455619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365" y="6382142"/>
            <a:ext cx="1532952" cy="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6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86819"/>
            <a:ext cx="7772400" cy="23876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Quantum Walks</a:t>
            </a:r>
            <a:endParaRPr lang="en-US" sz="5400" dirty="0"/>
          </a:p>
        </p:txBody>
      </p:sp>
      <p:sp>
        <p:nvSpPr>
          <p:cNvPr id="9" name="Rectangle 8"/>
          <p:cNvSpPr/>
          <p:nvPr/>
        </p:nvSpPr>
        <p:spPr>
          <a:xfrm>
            <a:off x="1142999" y="118872"/>
            <a:ext cx="6858001" cy="6615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18389" y="0"/>
            <a:ext cx="10256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" y="-2348"/>
            <a:ext cx="10256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551" y="4796221"/>
            <a:ext cx="2846838" cy="194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73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Random Walks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1" name="Group 120"/>
          <p:cNvGrpSpPr/>
          <p:nvPr/>
        </p:nvGrpSpPr>
        <p:grpSpPr>
          <a:xfrm>
            <a:off x="3072162" y="3744305"/>
            <a:ext cx="2813829" cy="2813033"/>
            <a:chOff x="2347332" y="2278564"/>
            <a:chExt cx="2813829" cy="2813033"/>
          </a:xfrm>
        </p:grpSpPr>
        <p:grpSp>
          <p:nvGrpSpPr>
            <p:cNvPr id="122" name="Group 121"/>
            <p:cNvGrpSpPr/>
            <p:nvPr/>
          </p:nvGrpSpPr>
          <p:grpSpPr>
            <a:xfrm>
              <a:off x="2347332" y="2278564"/>
              <a:ext cx="2813829" cy="2813033"/>
              <a:chOff x="2347332" y="2278564"/>
              <a:chExt cx="2813829" cy="2813033"/>
            </a:xfrm>
          </p:grpSpPr>
          <p:sp>
            <p:nvSpPr>
              <p:cNvPr id="154" name="Oval 153"/>
              <p:cNvSpPr/>
              <p:nvPr/>
            </p:nvSpPr>
            <p:spPr>
              <a:xfrm>
                <a:off x="2347332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347332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2347332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2347332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2347332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2347332" y="4946631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2881105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2881105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2881105" y="3345790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2881105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2881105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2881105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3414878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3414878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3414878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3414878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3414878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3414878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3948651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3948651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3948651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3948651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3948651" y="4413016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948651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4482424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4482424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4482424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4482424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4482424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4482424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5016195" y="2278564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5016195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/>
              <p:cNvSpPr/>
              <p:nvPr/>
            </p:nvSpPr>
            <p:spPr>
              <a:xfrm>
                <a:off x="5016195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/>
              <p:cNvSpPr/>
              <p:nvPr/>
            </p:nvSpPr>
            <p:spPr>
              <a:xfrm>
                <a:off x="5016195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/>
              <p:cNvSpPr/>
              <p:nvPr/>
            </p:nvSpPr>
            <p:spPr>
              <a:xfrm>
                <a:off x="5016195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5016195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3" name="Straight Connector 122"/>
            <p:cNvCxnSpPr>
              <a:stCxn id="154" idx="4"/>
              <a:endCxn id="155" idx="0"/>
            </p:cNvCxnSpPr>
            <p:nvPr/>
          </p:nvCxnSpPr>
          <p:spPr>
            <a:xfrm>
              <a:off x="2419815" y="2423530"/>
              <a:ext cx="0" cy="388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54" idx="6"/>
              <a:endCxn id="160" idx="2"/>
            </p:cNvCxnSpPr>
            <p:nvPr/>
          </p:nvCxnSpPr>
          <p:spPr>
            <a:xfrm>
              <a:off x="2492298" y="2351047"/>
              <a:ext cx="3888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62" idx="7"/>
              <a:endCxn id="166" idx="3"/>
            </p:cNvCxnSpPr>
            <p:nvPr/>
          </p:nvCxnSpPr>
          <p:spPr>
            <a:xfrm flipV="1">
              <a:off x="3004841" y="2402300"/>
              <a:ext cx="431267" cy="964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62" idx="2"/>
              <a:endCxn id="156" idx="6"/>
            </p:cNvCxnSpPr>
            <p:nvPr/>
          </p:nvCxnSpPr>
          <p:spPr>
            <a:xfrm flipH="1">
              <a:off x="2492298" y="3418273"/>
              <a:ext cx="3888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70" idx="4"/>
              <a:endCxn id="171" idx="0"/>
            </p:cNvCxnSpPr>
            <p:nvPr/>
          </p:nvCxnSpPr>
          <p:spPr>
            <a:xfrm>
              <a:off x="3487361" y="4557982"/>
              <a:ext cx="0" cy="388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67" idx="4"/>
              <a:endCxn id="169" idx="0"/>
            </p:cNvCxnSpPr>
            <p:nvPr/>
          </p:nvCxnSpPr>
          <p:spPr>
            <a:xfrm>
              <a:off x="3487361" y="2957143"/>
              <a:ext cx="0" cy="922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79" idx="4"/>
              <a:endCxn id="183" idx="0"/>
            </p:cNvCxnSpPr>
            <p:nvPr/>
          </p:nvCxnSpPr>
          <p:spPr>
            <a:xfrm>
              <a:off x="4554907" y="2957143"/>
              <a:ext cx="0" cy="19894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84" idx="4"/>
              <a:endCxn id="188" idx="0"/>
            </p:cNvCxnSpPr>
            <p:nvPr/>
          </p:nvCxnSpPr>
          <p:spPr>
            <a:xfrm>
              <a:off x="5088678" y="2423530"/>
              <a:ext cx="0" cy="1989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61" idx="6"/>
              <a:endCxn id="185" idx="2"/>
            </p:cNvCxnSpPr>
            <p:nvPr/>
          </p:nvCxnSpPr>
          <p:spPr>
            <a:xfrm>
              <a:off x="3026071" y="2884660"/>
              <a:ext cx="19901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72" idx="4"/>
              <a:endCxn id="176" idx="0"/>
            </p:cNvCxnSpPr>
            <p:nvPr/>
          </p:nvCxnSpPr>
          <p:spPr>
            <a:xfrm>
              <a:off x="4021134" y="2423530"/>
              <a:ext cx="0" cy="1989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>
              <a:stCxn id="189" idx="2"/>
              <a:endCxn id="159" idx="6"/>
            </p:cNvCxnSpPr>
            <p:nvPr/>
          </p:nvCxnSpPr>
          <p:spPr>
            <a:xfrm flipH="1">
              <a:off x="2492298" y="5019114"/>
              <a:ext cx="25238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162" idx="4"/>
              <a:endCxn id="165" idx="0"/>
            </p:cNvCxnSpPr>
            <p:nvPr/>
          </p:nvCxnSpPr>
          <p:spPr>
            <a:xfrm>
              <a:off x="2953588" y="3490756"/>
              <a:ext cx="0" cy="1455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84" idx="2"/>
              <a:endCxn id="166" idx="6"/>
            </p:cNvCxnSpPr>
            <p:nvPr/>
          </p:nvCxnSpPr>
          <p:spPr>
            <a:xfrm flipH="1">
              <a:off x="3559844" y="2351047"/>
              <a:ext cx="1456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57" idx="6"/>
              <a:endCxn id="175" idx="2"/>
            </p:cNvCxnSpPr>
            <p:nvPr/>
          </p:nvCxnSpPr>
          <p:spPr>
            <a:xfrm>
              <a:off x="2492298" y="3951886"/>
              <a:ext cx="14563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>
              <a:stCxn id="156" idx="4"/>
              <a:endCxn id="158" idx="0"/>
            </p:cNvCxnSpPr>
            <p:nvPr/>
          </p:nvCxnSpPr>
          <p:spPr>
            <a:xfrm>
              <a:off x="2419815" y="3490756"/>
              <a:ext cx="0" cy="922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154" idx="5"/>
              <a:endCxn id="161" idx="1"/>
            </p:cNvCxnSpPr>
            <p:nvPr/>
          </p:nvCxnSpPr>
          <p:spPr>
            <a:xfrm>
              <a:off x="2471068" y="2402300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>
              <a:stCxn id="163" idx="5"/>
              <a:endCxn id="170" idx="1"/>
            </p:cNvCxnSpPr>
            <p:nvPr/>
          </p:nvCxnSpPr>
          <p:spPr>
            <a:xfrm>
              <a:off x="3004841" y="4003139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>
              <a:stCxn id="184" idx="3"/>
              <a:endCxn id="173" idx="7"/>
            </p:cNvCxnSpPr>
            <p:nvPr/>
          </p:nvCxnSpPr>
          <p:spPr>
            <a:xfrm flipH="1">
              <a:off x="4072387" y="2402300"/>
              <a:ext cx="965038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>
              <a:stCxn id="175" idx="5"/>
              <a:endCxn id="182" idx="1"/>
            </p:cNvCxnSpPr>
            <p:nvPr/>
          </p:nvCxnSpPr>
          <p:spPr>
            <a:xfrm>
              <a:off x="4072387" y="4003139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>
              <a:stCxn id="180" idx="3"/>
              <a:endCxn id="177" idx="0"/>
            </p:cNvCxnSpPr>
            <p:nvPr/>
          </p:nvCxnSpPr>
          <p:spPr>
            <a:xfrm flipH="1">
              <a:off x="4021134" y="3469526"/>
              <a:ext cx="482520" cy="14771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188" idx="2"/>
              <a:endCxn id="182" idx="6"/>
            </p:cNvCxnSpPr>
            <p:nvPr/>
          </p:nvCxnSpPr>
          <p:spPr>
            <a:xfrm flipH="1">
              <a:off x="4627390" y="4485499"/>
              <a:ext cx="38880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>
              <a:stCxn id="176" idx="2"/>
              <a:endCxn id="158" idx="6"/>
            </p:cNvCxnSpPr>
            <p:nvPr/>
          </p:nvCxnSpPr>
          <p:spPr>
            <a:xfrm flipH="1">
              <a:off x="2492298" y="4485499"/>
              <a:ext cx="14563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>
              <a:stCxn id="168" idx="6"/>
              <a:endCxn id="186" idx="2"/>
            </p:cNvCxnSpPr>
            <p:nvPr/>
          </p:nvCxnSpPr>
          <p:spPr>
            <a:xfrm>
              <a:off x="3559844" y="3418273"/>
              <a:ext cx="1456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5" name="Straight Arrow Connector 194"/>
          <p:cNvCxnSpPr>
            <a:stCxn id="154" idx="7"/>
            <a:endCxn id="160" idx="1"/>
          </p:cNvCxnSpPr>
          <p:nvPr/>
        </p:nvCxnSpPr>
        <p:spPr>
          <a:xfrm>
            <a:off x="3195898" y="3765535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>
            <a:stCxn id="160" idx="3"/>
            <a:endCxn id="154" idx="5"/>
          </p:cNvCxnSpPr>
          <p:nvPr/>
        </p:nvCxnSpPr>
        <p:spPr>
          <a:xfrm flipH="1">
            <a:off x="3195898" y="3868041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/>
          <p:cNvCxnSpPr>
            <a:stCxn id="154" idx="4"/>
            <a:endCxn id="161" idx="2"/>
          </p:cNvCxnSpPr>
          <p:nvPr/>
        </p:nvCxnSpPr>
        <p:spPr>
          <a:xfrm>
            <a:off x="3144645" y="3889271"/>
            <a:ext cx="461290" cy="4611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>
            <a:stCxn id="161" idx="5"/>
            <a:endCxn id="167" idx="3"/>
          </p:cNvCxnSpPr>
          <p:nvPr/>
        </p:nvCxnSpPr>
        <p:spPr>
          <a:xfrm>
            <a:off x="3729671" y="4401654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9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549" y="3324609"/>
            <a:ext cx="268192" cy="450743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23" y="3291977"/>
            <a:ext cx="268192" cy="450743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617" y="3868610"/>
            <a:ext cx="268192" cy="450743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967" y="3875961"/>
            <a:ext cx="268192" cy="450743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764" y="1283597"/>
            <a:ext cx="2119619" cy="621714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9" y="1468740"/>
            <a:ext cx="4958477" cy="2514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9" y="1949157"/>
            <a:ext cx="3506286" cy="227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9" y="2334675"/>
            <a:ext cx="1635048" cy="3062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073" y="2343316"/>
            <a:ext cx="1116952" cy="2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5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Random Walks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1995108"/>
            <a:ext cx="2287237" cy="5424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2817524"/>
            <a:ext cx="2198857" cy="483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9" y="1188840"/>
            <a:ext cx="4213333" cy="2270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3" y="1982245"/>
            <a:ext cx="1985524" cy="227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2393802"/>
            <a:ext cx="780190" cy="2102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2788597"/>
            <a:ext cx="650666" cy="16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3133105"/>
            <a:ext cx="4210286" cy="2133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3" y="1637736"/>
            <a:ext cx="3446857" cy="16000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18872" y="1056653"/>
            <a:ext cx="5715871" cy="24186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953615" y="1056652"/>
            <a:ext cx="3078348" cy="24186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utoShape 2" descr="Afbeeldingsresultaat voor walking clipart"/>
          <p:cNvSpPr>
            <a:spLocks noChangeAspect="1" noChangeArrowheads="1"/>
          </p:cNvSpPr>
          <p:nvPr/>
        </p:nvSpPr>
        <p:spPr bwMode="auto">
          <a:xfrm>
            <a:off x="155575" y="-1257300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14" y="2788528"/>
            <a:ext cx="432811" cy="432811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365" y="2697796"/>
            <a:ext cx="249951" cy="249951"/>
          </a:xfrm>
          <a:prstGeom prst="rect">
            <a:avLst/>
          </a:prstGeom>
        </p:spPr>
      </p:pic>
      <p:grpSp>
        <p:nvGrpSpPr>
          <p:cNvPr id="100" name="Group 99"/>
          <p:cNvGrpSpPr/>
          <p:nvPr/>
        </p:nvGrpSpPr>
        <p:grpSpPr>
          <a:xfrm>
            <a:off x="8345267" y="1971129"/>
            <a:ext cx="553837" cy="553837"/>
            <a:chOff x="2394109" y="2706630"/>
            <a:chExt cx="553837" cy="553837"/>
          </a:xfrm>
        </p:grpSpPr>
        <p:pic>
          <p:nvPicPr>
            <p:cNvPr id="105" name="Picture 104"/>
            <p:cNvPicPr>
              <a:picLocks noChangeAspect="1"/>
            </p:cNvPicPr>
            <p:nvPr/>
          </p:nvPicPr>
          <p:blipFill>
            <a:blip r:embed="rId2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115" name="Straight Arrow Connector 114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2133589" y="2221740"/>
            <a:ext cx="389156" cy="389156"/>
            <a:chOff x="2394109" y="2706630"/>
            <a:chExt cx="553837" cy="553837"/>
          </a:xfrm>
        </p:grpSpPr>
        <p:pic>
          <p:nvPicPr>
            <p:cNvPr id="118" name="Picture 117"/>
            <p:cNvPicPr>
              <a:picLocks noChangeAspect="1"/>
            </p:cNvPicPr>
            <p:nvPr/>
          </p:nvPicPr>
          <p:blipFill>
            <a:blip r:embed="rId2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119" name="Straight Arrow Connector 118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/>
          <p:cNvGrpSpPr/>
          <p:nvPr/>
        </p:nvGrpSpPr>
        <p:grpSpPr>
          <a:xfrm>
            <a:off x="3072162" y="3928607"/>
            <a:ext cx="2813829" cy="2813033"/>
            <a:chOff x="2347332" y="2278564"/>
            <a:chExt cx="2813829" cy="2813033"/>
          </a:xfrm>
        </p:grpSpPr>
        <p:grpSp>
          <p:nvGrpSpPr>
            <p:cNvPr id="122" name="Group 121"/>
            <p:cNvGrpSpPr/>
            <p:nvPr/>
          </p:nvGrpSpPr>
          <p:grpSpPr>
            <a:xfrm>
              <a:off x="2347332" y="2278564"/>
              <a:ext cx="2813829" cy="2813033"/>
              <a:chOff x="2347332" y="2278564"/>
              <a:chExt cx="2813829" cy="2813033"/>
            </a:xfrm>
          </p:grpSpPr>
          <p:sp>
            <p:nvSpPr>
              <p:cNvPr id="154" name="Oval 153"/>
              <p:cNvSpPr/>
              <p:nvPr/>
            </p:nvSpPr>
            <p:spPr>
              <a:xfrm>
                <a:off x="2347332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347332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2347332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2347332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2347332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2347332" y="4946631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2881105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2881105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2881105" y="3345790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2881105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2881105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2881105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3414878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3414878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3414878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3414878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3414878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3414878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3948651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3948651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3948651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3948651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3948651" y="4413016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948651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4482424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4482424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4482424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4482424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4482424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4482424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5016195" y="2278564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5016195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/>
              <p:cNvSpPr/>
              <p:nvPr/>
            </p:nvSpPr>
            <p:spPr>
              <a:xfrm>
                <a:off x="5016195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/>
              <p:cNvSpPr/>
              <p:nvPr/>
            </p:nvSpPr>
            <p:spPr>
              <a:xfrm>
                <a:off x="5016195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/>
              <p:cNvSpPr/>
              <p:nvPr/>
            </p:nvSpPr>
            <p:spPr>
              <a:xfrm>
                <a:off x="5016195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5016195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3" name="Straight Connector 122"/>
            <p:cNvCxnSpPr>
              <a:stCxn id="154" idx="4"/>
              <a:endCxn id="155" idx="0"/>
            </p:cNvCxnSpPr>
            <p:nvPr/>
          </p:nvCxnSpPr>
          <p:spPr>
            <a:xfrm>
              <a:off x="2419815" y="2423530"/>
              <a:ext cx="0" cy="388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54" idx="6"/>
              <a:endCxn id="160" idx="2"/>
            </p:cNvCxnSpPr>
            <p:nvPr/>
          </p:nvCxnSpPr>
          <p:spPr>
            <a:xfrm>
              <a:off x="2492298" y="2351047"/>
              <a:ext cx="3888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62" idx="7"/>
              <a:endCxn id="166" idx="3"/>
            </p:cNvCxnSpPr>
            <p:nvPr/>
          </p:nvCxnSpPr>
          <p:spPr>
            <a:xfrm flipV="1">
              <a:off x="3004841" y="2402300"/>
              <a:ext cx="431267" cy="964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62" idx="2"/>
              <a:endCxn id="156" idx="6"/>
            </p:cNvCxnSpPr>
            <p:nvPr/>
          </p:nvCxnSpPr>
          <p:spPr>
            <a:xfrm flipH="1">
              <a:off x="2492298" y="3418273"/>
              <a:ext cx="3888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70" idx="4"/>
              <a:endCxn id="171" idx="0"/>
            </p:cNvCxnSpPr>
            <p:nvPr/>
          </p:nvCxnSpPr>
          <p:spPr>
            <a:xfrm>
              <a:off x="3487361" y="4557982"/>
              <a:ext cx="0" cy="388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67" idx="4"/>
              <a:endCxn id="169" idx="0"/>
            </p:cNvCxnSpPr>
            <p:nvPr/>
          </p:nvCxnSpPr>
          <p:spPr>
            <a:xfrm>
              <a:off x="3487361" y="2957143"/>
              <a:ext cx="0" cy="922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79" idx="4"/>
              <a:endCxn id="183" idx="0"/>
            </p:cNvCxnSpPr>
            <p:nvPr/>
          </p:nvCxnSpPr>
          <p:spPr>
            <a:xfrm>
              <a:off x="4554907" y="2957143"/>
              <a:ext cx="0" cy="19894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84" idx="4"/>
              <a:endCxn id="188" idx="0"/>
            </p:cNvCxnSpPr>
            <p:nvPr/>
          </p:nvCxnSpPr>
          <p:spPr>
            <a:xfrm>
              <a:off x="5088678" y="2423530"/>
              <a:ext cx="0" cy="1989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61" idx="6"/>
              <a:endCxn id="185" idx="2"/>
            </p:cNvCxnSpPr>
            <p:nvPr/>
          </p:nvCxnSpPr>
          <p:spPr>
            <a:xfrm>
              <a:off x="3026071" y="2884660"/>
              <a:ext cx="19901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72" idx="4"/>
              <a:endCxn id="176" idx="0"/>
            </p:cNvCxnSpPr>
            <p:nvPr/>
          </p:nvCxnSpPr>
          <p:spPr>
            <a:xfrm>
              <a:off x="4021134" y="2423530"/>
              <a:ext cx="0" cy="1989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>
              <a:stCxn id="189" idx="2"/>
              <a:endCxn id="159" idx="6"/>
            </p:cNvCxnSpPr>
            <p:nvPr/>
          </p:nvCxnSpPr>
          <p:spPr>
            <a:xfrm flipH="1">
              <a:off x="2492298" y="5019114"/>
              <a:ext cx="25238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162" idx="4"/>
              <a:endCxn id="165" idx="0"/>
            </p:cNvCxnSpPr>
            <p:nvPr/>
          </p:nvCxnSpPr>
          <p:spPr>
            <a:xfrm>
              <a:off x="2953588" y="3490756"/>
              <a:ext cx="0" cy="1455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84" idx="2"/>
              <a:endCxn id="166" idx="6"/>
            </p:cNvCxnSpPr>
            <p:nvPr/>
          </p:nvCxnSpPr>
          <p:spPr>
            <a:xfrm flipH="1">
              <a:off x="3559844" y="2351047"/>
              <a:ext cx="1456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57" idx="6"/>
              <a:endCxn id="175" idx="2"/>
            </p:cNvCxnSpPr>
            <p:nvPr/>
          </p:nvCxnSpPr>
          <p:spPr>
            <a:xfrm>
              <a:off x="2492298" y="3951886"/>
              <a:ext cx="14563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>
              <a:stCxn id="156" idx="4"/>
              <a:endCxn id="158" idx="0"/>
            </p:cNvCxnSpPr>
            <p:nvPr/>
          </p:nvCxnSpPr>
          <p:spPr>
            <a:xfrm>
              <a:off x="2419815" y="3490756"/>
              <a:ext cx="0" cy="922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154" idx="5"/>
              <a:endCxn id="161" idx="1"/>
            </p:cNvCxnSpPr>
            <p:nvPr/>
          </p:nvCxnSpPr>
          <p:spPr>
            <a:xfrm>
              <a:off x="2471068" y="2402300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>
              <a:stCxn id="163" idx="5"/>
              <a:endCxn id="170" idx="1"/>
            </p:cNvCxnSpPr>
            <p:nvPr/>
          </p:nvCxnSpPr>
          <p:spPr>
            <a:xfrm>
              <a:off x="3004841" y="4003139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>
              <a:stCxn id="184" idx="3"/>
              <a:endCxn id="173" idx="7"/>
            </p:cNvCxnSpPr>
            <p:nvPr/>
          </p:nvCxnSpPr>
          <p:spPr>
            <a:xfrm flipH="1">
              <a:off x="4072387" y="2402300"/>
              <a:ext cx="965038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>
              <a:stCxn id="175" idx="5"/>
              <a:endCxn id="182" idx="1"/>
            </p:cNvCxnSpPr>
            <p:nvPr/>
          </p:nvCxnSpPr>
          <p:spPr>
            <a:xfrm>
              <a:off x="4072387" y="4003139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>
              <a:stCxn id="180" idx="3"/>
              <a:endCxn id="177" idx="0"/>
            </p:cNvCxnSpPr>
            <p:nvPr/>
          </p:nvCxnSpPr>
          <p:spPr>
            <a:xfrm flipH="1">
              <a:off x="4021134" y="3469526"/>
              <a:ext cx="482520" cy="14771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188" idx="2"/>
              <a:endCxn id="182" idx="6"/>
            </p:cNvCxnSpPr>
            <p:nvPr/>
          </p:nvCxnSpPr>
          <p:spPr>
            <a:xfrm flipH="1">
              <a:off x="4627390" y="4485499"/>
              <a:ext cx="38880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>
              <a:stCxn id="176" idx="2"/>
              <a:endCxn id="158" idx="6"/>
            </p:cNvCxnSpPr>
            <p:nvPr/>
          </p:nvCxnSpPr>
          <p:spPr>
            <a:xfrm flipH="1">
              <a:off x="2492298" y="4485499"/>
              <a:ext cx="14563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>
              <a:stCxn id="168" idx="6"/>
              <a:endCxn id="186" idx="2"/>
            </p:cNvCxnSpPr>
            <p:nvPr/>
          </p:nvCxnSpPr>
          <p:spPr>
            <a:xfrm>
              <a:off x="3559844" y="3418273"/>
              <a:ext cx="1456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5" name="Straight Arrow Connector 194"/>
          <p:cNvCxnSpPr>
            <a:stCxn id="154" idx="7"/>
            <a:endCxn id="160" idx="1"/>
          </p:cNvCxnSpPr>
          <p:nvPr/>
        </p:nvCxnSpPr>
        <p:spPr>
          <a:xfrm>
            <a:off x="3195898" y="3949837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>
            <a:stCxn id="160" idx="3"/>
            <a:endCxn id="154" idx="5"/>
          </p:cNvCxnSpPr>
          <p:nvPr/>
        </p:nvCxnSpPr>
        <p:spPr>
          <a:xfrm flipH="1">
            <a:off x="3195898" y="4052343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/>
          <p:cNvCxnSpPr>
            <a:stCxn id="154" idx="4"/>
            <a:endCxn id="161" idx="2"/>
          </p:cNvCxnSpPr>
          <p:nvPr/>
        </p:nvCxnSpPr>
        <p:spPr>
          <a:xfrm>
            <a:off x="3144645" y="4073573"/>
            <a:ext cx="461290" cy="4611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>
            <a:stCxn id="161" idx="5"/>
            <a:endCxn id="167" idx="3"/>
          </p:cNvCxnSpPr>
          <p:nvPr/>
        </p:nvCxnSpPr>
        <p:spPr>
          <a:xfrm>
            <a:off x="3729671" y="4585956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1232122"/>
            <a:ext cx="2253714" cy="483048"/>
          </a:xfrm>
          <a:prstGeom prst="rect">
            <a:avLst/>
          </a:prstGeom>
        </p:spPr>
      </p:pic>
      <p:pic>
        <p:nvPicPr>
          <p:cNvPr id="200" name="Picture 199"/>
          <p:cNvPicPr>
            <a:picLocks noChangeAspect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698" y="1189384"/>
            <a:ext cx="639765" cy="480227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59" y="1431876"/>
            <a:ext cx="639765" cy="4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2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Hitting Time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14" y="1133590"/>
            <a:ext cx="8216381" cy="545524"/>
          </a:xfrm>
          <a:prstGeom prst="rect">
            <a:avLst/>
          </a:prstGeom>
        </p:spPr>
      </p:pic>
      <p:grpSp>
        <p:nvGrpSpPr>
          <p:cNvPr id="105" name="Group 104"/>
          <p:cNvGrpSpPr/>
          <p:nvPr/>
        </p:nvGrpSpPr>
        <p:grpSpPr>
          <a:xfrm>
            <a:off x="3072162" y="3928607"/>
            <a:ext cx="2813829" cy="2813033"/>
            <a:chOff x="2347332" y="2278564"/>
            <a:chExt cx="2813829" cy="2813033"/>
          </a:xfrm>
        </p:grpSpPr>
        <p:grpSp>
          <p:nvGrpSpPr>
            <p:cNvPr id="106" name="Group 105"/>
            <p:cNvGrpSpPr/>
            <p:nvPr/>
          </p:nvGrpSpPr>
          <p:grpSpPr>
            <a:xfrm>
              <a:off x="2347332" y="2278564"/>
              <a:ext cx="2813829" cy="2813033"/>
              <a:chOff x="2347332" y="2278564"/>
              <a:chExt cx="2813829" cy="2813033"/>
            </a:xfrm>
          </p:grpSpPr>
          <p:sp>
            <p:nvSpPr>
              <p:cNvPr id="130" name="Oval 129"/>
              <p:cNvSpPr/>
              <p:nvPr/>
            </p:nvSpPr>
            <p:spPr>
              <a:xfrm>
                <a:off x="2347332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2347332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2347332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2347332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2347332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2347332" y="4946631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2881105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2881105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2881105" y="3345790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2881105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2881105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2881105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3414878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3414878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3414878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3414878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3414878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3414878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3948651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3948651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3948651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3948651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3948651" y="4413016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3948651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4482424" y="2278564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4482424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4482424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4482424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4482424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4482424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5016195" y="2278564"/>
                <a:ext cx="144966" cy="14496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5016195" y="2812177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5016195" y="3345790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5016195" y="3879403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5016195" y="4413016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5016195" y="4946631"/>
                <a:ext cx="144966" cy="1449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7" name="Straight Connector 106"/>
            <p:cNvCxnSpPr>
              <a:stCxn id="130" idx="4"/>
              <a:endCxn id="131" idx="0"/>
            </p:cNvCxnSpPr>
            <p:nvPr/>
          </p:nvCxnSpPr>
          <p:spPr>
            <a:xfrm>
              <a:off x="2419815" y="2423530"/>
              <a:ext cx="0" cy="388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30" idx="6"/>
              <a:endCxn id="136" idx="2"/>
            </p:cNvCxnSpPr>
            <p:nvPr/>
          </p:nvCxnSpPr>
          <p:spPr>
            <a:xfrm>
              <a:off x="2492298" y="2351047"/>
              <a:ext cx="3888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138" idx="7"/>
              <a:endCxn id="142" idx="3"/>
            </p:cNvCxnSpPr>
            <p:nvPr/>
          </p:nvCxnSpPr>
          <p:spPr>
            <a:xfrm flipV="1">
              <a:off x="3004841" y="2402300"/>
              <a:ext cx="431267" cy="964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38" idx="2"/>
              <a:endCxn id="132" idx="6"/>
            </p:cNvCxnSpPr>
            <p:nvPr/>
          </p:nvCxnSpPr>
          <p:spPr>
            <a:xfrm flipH="1">
              <a:off x="2492298" y="3418273"/>
              <a:ext cx="3888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stCxn id="146" idx="4"/>
              <a:endCxn id="147" idx="0"/>
            </p:cNvCxnSpPr>
            <p:nvPr/>
          </p:nvCxnSpPr>
          <p:spPr>
            <a:xfrm>
              <a:off x="3487361" y="4557982"/>
              <a:ext cx="0" cy="388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>
              <a:stCxn id="143" idx="4"/>
              <a:endCxn id="145" idx="0"/>
            </p:cNvCxnSpPr>
            <p:nvPr/>
          </p:nvCxnSpPr>
          <p:spPr>
            <a:xfrm>
              <a:off x="3487361" y="2957143"/>
              <a:ext cx="0" cy="922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>
              <a:stCxn id="155" idx="4"/>
              <a:endCxn id="159" idx="0"/>
            </p:cNvCxnSpPr>
            <p:nvPr/>
          </p:nvCxnSpPr>
          <p:spPr>
            <a:xfrm>
              <a:off x="4554907" y="2957143"/>
              <a:ext cx="0" cy="19894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>
              <a:stCxn id="160" idx="4"/>
              <a:endCxn id="164" idx="0"/>
            </p:cNvCxnSpPr>
            <p:nvPr/>
          </p:nvCxnSpPr>
          <p:spPr>
            <a:xfrm>
              <a:off x="5088678" y="2423530"/>
              <a:ext cx="0" cy="1989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137" idx="6"/>
              <a:endCxn id="161" idx="2"/>
            </p:cNvCxnSpPr>
            <p:nvPr/>
          </p:nvCxnSpPr>
          <p:spPr>
            <a:xfrm>
              <a:off x="3026071" y="2884660"/>
              <a:ext cx="19901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148" idx="4"/>
              <a:endCxn id="152" idx="0"/>
            </p:cNvCxnSpPr>
            <p:nvPr/>
          </p:nvCxnSpPr>
          <p:spPr>
            <a:xfrm>
              <a:off x="4021134" y="2423530"/>
              <a:ext cx="0" cy="1989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>
              <a:stCxn id="165" idx="2"/>
              <a:endCxn id="135" idx="6"/>
            </p:cNvCxnSpPr>
            <p:nvPr/>
          </p:nvCxnSpPr>
          <p:spPr>
            <a:xfrm flipH="1">
              <a:off x="2492298" y="5019114"/>
              <a:ext cx="25238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138" idx="4"/>
              <a:endCxn id="141" idx="0"/>
            </p:cNvCxnSpPr>
            <p:nvPr/>
          </p:nvCxnSpPr>
          <p:spPr>
            <a:xfrm>
              <a:off x="2953588" y="3490756"/>
              <a:ext cx="0" cy="1455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stCxn id="160" idx="2"/>
              <a:endCxn id="142" idx="6"/>
            </p:cNvCxnSpPr>
            <p:nvPr/>
          </p:nvCxnSpPr>
          <p:spPr>
            <a:xfrm flipH="1">
              <a:off x="3559844" y="2351047"/>
              <a:ext cx="1456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33" idx="6"/>
              <a:endCxn id="151" idx="2"/>
            </p:cNvCxnSpPr>
            <p:nvPr/>
          </p:nvCxnSpPr>
          <p:spPr>
            <a:xfrm>
              <a:off x="2492298" y="3951886"/>
              <a:ext cx="14563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32" idx="4"/>
              <a:endCxn id="134" idx="0"/>
            </p:cNvCxnSpPr>
            <p:nvPr/>
          </p:nvCxnSpPr>
          <p:spPr>
            <a:xfrm>
              <a:off x="2419815" y="3490756"/>
              <a:ext cx="0" cy="922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30" idx="5"/>
              <a:endCxn id="137" idx="1"/>
            </p:cNvCxnSpPr>
            <p:nvPr/>
          </p:nvCxnSpPr>
          <p:spPr>
            <a:xfrm>
              <a:off x="2471068" y="2402300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139" idx="5"/>
              <a:endCxn id="146" idx="1"/>
            </p:cNvCxnSpPr>
            <p:nvPr/>
          </p:nvCxnSpPr>
          <p:spPr>
            <a:xfrm>
              <a:off x="3004841" y="4003139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60" idx="3"/>
              <a:endCxn id="149" idx="7"/>
            </p:cNvCxnSpPr>
            <p:nvPr/>
          </p:nvCxnSpPr>
          <p:spPr>
            <a:xfrm flipH="1">
              <a:off x="4072387" y="2402300"/>
              <a:ext cx="965038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51" idx="5"/>
              <a:endCxn id="158" idx="1"/>
            </p:cNvCxnSpPr>
            <p:nvPr/>
          </p:nvCxnSpPr>
          <p:spPr>
            <a:xfrm>
              <a:off x="4072387" y="4003139"/>
              <a:ext cx="431267" cy="431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56" idx="3"/>
              <a:endCxn id="153" idx="0"/>
            </p:cNvCxnSpPr>
            <p:nvPr/>
          </p:nvCxnSpPr>
          <p:spPr>
            <a:xfrm flipH="1">
              <a:off x="4021134" y="3469526"/>
              <a:ext cx="482520" cy="14771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64" idx="2"/>
              <a:endCxn id="158" idx="6"/>
            </p:cNvCxnSpPr>
            <p:nvPr/>
          </p:nvCxnSpPr>
          <p:spPr>
            <a:xfrm flipH="1">
              <a:off x="4627390" y="4485499"/>
              <a:ext cx="38880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52" idx="2"/>
              <a:endCxn id="134" idx="6"/>
            </p:cNvCxnSpPr>
            <p:nvPr/>
          </p:nvCxnSpPr>
          <p:spPr>
            <a:xfrm flipH="1">
              <a:off x="2492298" y="4485499"/>
              <a:ext cx="14563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44" idx="6"/>
              <a:endCxn id="162" idx="2"/>
            </p:cNvCxnSpPr>
            <p:nvPr/>
          </p:nvCxnSpPr>
          <p:spPr>
            <a:xfrm>
              <a:off x="3559844" y="3418273"/>
              <a:ext cx="1456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Arrow Connector 165"/>
          <p:cNvCxnSpPr>
            <a:stCxn id="130" idx="7"/>
            <a:endCxn id="136" idx="1"/>
          </p:cNvCxnSpPr>
          <p:nvPr/>
        </p:nvCxnSpPr>
        <p:spPr>
          <a:xfrm>
            <a:off x="3195898" y="3949837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136" idx="3"/>
            <a:endCxn id="130" idx="5"/>
          </p:cNvCxnSpPr>
          <p:nvPr/>
        </p:nvCxnSpPr>
        <p:spPr>
          <a:xfrm flipH="1">
            <a:off x="3195898" y="4052343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130" idx="4"/>
            <a:endCxn id="137" idx="2"/>
          </p:cNvCxnSpPr>
          <p:nvPr/>
        </p:nvCxnSpPr>
        <p:spPr>
          <a:xfrm>
            <a:off x="3144645" y="4073573"/>
            <a:ext cx="461290" cy="4611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stCxn id="137" idx="5"/>
            <a:endCxn id="143" idx="3"/>
          </p:cNvCxnSpPr>
          <p:nvPr/>
        </p:nvCxnSpPr>
        <p:spPr>
          <a:xfrm>
            <a:off x="3729671" y="4585956"/>
            <a:ext cx="43126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13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Hitting Time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14" y="1133590"/>
            <a:ext cx="8216381" cy="545524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2772001"/>
            <a:ext cx="2287237" cy="542477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3594417"/>
            <a:ext cx="2198857" cy="483048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9" y="1965733"/>
            <a:ext cx="4213333" cy="227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3" y="2759138"/>
            <a:ext cx="2217143" cy="227048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3170695"/>
            <a:ext cx="780190" cy="210286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3565490"/>
            <a:ext cx="650666" cy="160000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3909998"/>
            <a:ext cx="4210286" cy="2133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4" y="2414629"/>
            <a:ext cx="4527239" cy="213333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118872" y="1833546"/>
            <a:ext cx="5715871" cy="24186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953615" y="1833545"/>
            <a:ext cx="3078348" cy="24186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3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14" y="3565421"/>
            <a:ext cx="432811" cy="432811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3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365" y="3474689"/>
            <a:ext cx="249951" cy="249951"/>
          </a:xfrm>
          <a:prstGeom prst="rect">
            <a:avLst/>
          </a:prstGeom>
        </p:spPr>
      </p:pic>
      <p:grpSp>
        <p:nvGrpSpPr>
          <p:cNvPr id="82" name="Group 81"/>
          <p:cNvGrpSpPr/>
          <p:nvPr/>
        </p:nvGrpSpPr>
        <p:grpSpPr>
          <a:xfrm>
            <a:off x="8345267" y="2748022"/>
            <a:ext cx="553837" cy="553837"/>
            <a:chOff x="2394109" y="2706630"/>
            <a:chExt cx="553837" cy="553837"/>
          </a:xfrm>
        </p:grpSpPr>
        <p:pic>
          <p:nvPicPr>
            <p:cNvPr id="83" name="Picture 82"/>
            <p:cNvPicPr>
              <a:picLocks noChangeAspect="1"/>
            </p:cNvPicPr>
            <p:nvPr/>
          </p:nvPicPr>
          <p:blipFill>
            <a:blip r:embed="rId3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84" name="Straight Arrow Connector 83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133589" y="2998633"/>
            <a:ext cx="389156" cy="389156"/>
            <a:chOff x="2394109" y="2706630"/>
            <a:chExt cx="553837" cy="553837"/>
          </a:xfrm>
        </p:grpSpPr>
        <p:pic>
          <p:nvPicPr>
            <p:cNvPr id="86" name="Picture 85"/>
            <p:cNvPicPr>
              <a:picLocks noChangeAspect="1"/>
            </p:cNvPicPr>
            <p:nvPr/>
          </p:nvPicPr>
          <p:blipFill>
            <a:blip r:embed="rId3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87" name="Straight Arrow Connector 86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8" name="Picture 8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2009015"/>
            <a:ext cx="2253714" cy="483048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3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698" y="1966277"/>
            <a:ext cx="639765" cy="480227"/>
          </a:xfrm>
          <a:prstGeom prst="rect">
            <a:avLst/>
          </a:prstGeom>
        </p:spPr>
      </p:pic>
      <p:grpSp>
        <p:nvGrpSpPr>
          <p:cNvPr id="93" name="Group 92"/>
          <p:cNvGrpSpPr/>
          <p:nvPr/>
        </p:nvGrpSpPr>
        <p:grpSpPr>
          <a:xfrm>
            <a:off x="5185253" y="2281078"/>
            <a:ext cx="331856" cy="412844"/>
            <a:chOff x="3249545" y="5938317"/>
            <a:chExt cx="331856" cy="412844"/>
          </a:xfrm>
        </p:grpSpPr>
        <p:sp>
          <p:nvSpPr>
            <p:cNvPr id="94" name="Rounded Rectangle 93"/>
            <p:cNvSpPr/>
            <p:nvPr/>
          </p:nvSpPr>
          <p:spPr>
            <a:xfrm>
              <a:off x="3249545" y="5938317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Picture 94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1378" y="6064739"/>
              <a:ext cx="108190" cy="160000"/>
            </a:xfrm>
            <a:prstGeom prst="rect">
              <a:avLst/>
            </a:prstGeom>
          </p:spPr>
        </p:pic>
      </p:grpSp>
      <p:grpSp>
        <p:nvGrpSpPr>
          <p:cNvPr id="96" name="Group 95"/>
          <p:cNvGrpSpPr/>
          <p:nvPr/>
        </p:nvGrpSpPr>
        <p:grpSpPr>
          <a:xfrm>
            <a:off x="2642138" y="2945170"/>
            <a:ext cx="331856" cy="412844"/>
            <a:chOff x="2818383" y="2239166"/>
            <a:chExt cx="331856" cy="412844"/>
          </a:xfrm>
        </p:grpSpPr>
        <p:sp>
          <p:nvSpPr>
            <p:cNvPr id="97" name="Rounded Rectangle 96"/>
            <p:cNvSpPr/>
            <p:nvPr/>
          </p:nvSpPr>
          <p:spPr>
            <a:xfrm>
              <a:off x="2818383" y="22391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8" name="Picture 9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0216" y="2365588"/>
              <a:ext cx="132571" cy="158476"/>
            </a:xfrm>
            <a:prstGeom prst="rect">
              <a:avLst/>
            </a:prstGeom>
          </p:spPr>
        </p:pic>
      </p:grpSp>
      <p:grpSp>
        <p:nvGrpSpPr>
          <p:cNvPr id="99" name="Group 98"/>
          <p:cNvGrpSpPr/>
          <p:nvPr/>
        </p:nvGrpSpPr>
        <p:grpSpPr>
          <a:xfrm>
            <a:off x="2636593" y="3403082"/>
            <a:ext cx="331856" cy="412844"/>
            <a:chOff x="2970783" y="2391566"/>
            <a:chExt cx="331856" cy="412844"/>
          </a:xfrm>
        </p:grpSpPr>
        <p:sp>
          <p:nvSpPr>
            <p:cNvPr id="100" name="Rounded Rectangle 99"/>
            <p:cNvSpPr/>
            <p:nvPr/>
          </p:nvSpPr>
          <p:spPr>
            <a:xfrm>
              <a:off x="2970783" y="23915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1" name="Picture 10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617" y="2517988"/>
              <a:ext cx="114285" cy="160000"/>
            </a:xfrm>
            <a:prstGeom prst="rect">
              <a:avLst/>
            </a:prstGeom>
          </p:spPr>
        </p:pic>
      </p:grpSp>
      <p:pic>
        <p:nvPicPr>
          <p:cNvPr id="102" name="Picture 101"/>
          <p:cNvPicPr>
            <a:picLocks noChangeAspect="1"/>
          </p:cNvPicPr>
          <p:nvPr/>
        </p:nvPicPr>
        <p:blipFill>
          <a:blip r:embed="rId3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59" y="2181272"/>
            <a:ext cx="639765" cy="480227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865" y="4526932"/>
            <a:ext cx="938667" cy="184381"/>
          </a:xfrm>
          <a:prstGeom prst="rect">
            <a:avLst/>
          </a:prstGeom>
        </p:spPr>
      </p:pic>
      <p:pic>
        <p:nvPicPr>
          <p:cNvPr id="104" name="Picture 10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506" y="4505598"/>
            <a:ext cx="1028571" cy="227048"/>
          </a:xfrm>
          <a:prstGeom prst="rect">
            <a:avLst/>
          </a:prstGeom>
        </p:spPr>
      </p:pic>
      <p:pic>
        <p:nvPicPr>
          <p:cNvPr id="170" name="Picture 16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5046577"/>
            <a:ext cx="2037333" cy="1828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5673810"/>
            <a:ext cx="1510095" cy="181333"/>
          </a:xfrm>
          <a:prstGeom prst="rect">
            <a:avLst/>
          </a:prstGeom>
        </p:spPr>
      </p:pic>
      <p:grpSp>
        <p:nvGrpSpPr>
          <p:cNvPr id="172" name="Group 171"/>
          <p:cNvGrpSpPr/>
          <p:nvPr/>
        </p:nvGrpSpPr>
        <p:grpSpPr>
          <a:xfrm>
            <a:off x="3462295" y="4931583"/>
            <a:ext cx="1083806" cy="412844"/>
            <a:chOff x="3185686" y="2848211"/>
            <a:chExt cx="1083806" cy="412844"/>
          </a:xfrm>
        </p:grpSpPr>
        <p:sp>
          <p:nvSpPr>
            <p:cNvPr id="173" name="Rounded Rectangle 172"/>
            <p:cNvSpPr/>
            <p:nvPr/>
          </p:nvSpPr>
          <p:spPr>
            <a:xfrm>
              <a:off x="3185686" y="284821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4" name="Picture 173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8735" y="2900728"/>
              <a:ext cx="877708" cy="307810"/>
            </a:xfrm>
            <a:prstGeom prst="rect">
              <a:avLst/>
            </a:prstGeom>
          </p:spPr>
        </p:pic>
      </p:grpSp>
      <p:grpSp>
        <p:nvGrpSpPr>
          <p:cNvPr id="175" name="Group 174"/>
          <p:cNvGrpSpPr/>
          <p:nvPr/>
        </p:nvGrpSpPr>
        <p:grpSpPr>
          <a:xfrm>
            <a:off x="6940888" y="4931583"/>
            <a:ext cx="1083806" cy="412844"/>
            <a:chOff x="6671793" y="2986091"/>
            <a:chExt cx="1083806" cy="412844"/>
          </a:xfrm>
        </p:grpSpPr>
        <p:sp>
          <p:nvSpPr>
            <p:cNvPr id="176" name="Rounded Rectangle 175"/>
            <p:cNvSpPr/>
            <p:nvPr/>
          </p:nvSpPr>
          <p:spPr>
            <a:xfrm>
              <a:off x="6671793" y="298609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Picture 176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4843" y="3014227"/>
              <a:ext cx="1037707" cy="356572"/>
            </a:xfrm>
            <a:prstGeom prst="rect">
              <a:avLst/>
            </a:prstGeom>
          </p:spPr>
        </p:pic>
      </p:grpSp>
      <p:grpSp>
        <p:nvGrpSpPr>
          <p:cNvPr id="178" name="Group 177"/>
          <p:cNvGrpSpPr/>
          <p:nvPr/>
        </p:nvGrpSpPr>
        <p:grpSpPr>
          <a:xfrm>
            <a:off x="3043329" y="5593102"/>
            <a:ext cx="1921739" cy="412844"/>
            <a:chOff x="2867527" y="3386771"/>
            <a:chExt cx="1921739" cy="412844"/>
          </a:xfrm>
        </p:grpSpPr>
        <p:sp>
          <p:nvSpPr>
            <p:cNvPr id="179" name="Rounded Rectangle 178"/>
            <p:cNvSpPr/>
            <p:nvPr/>
          </p:nvSpPr>
          <p:spPr>
            <a:xfrm>
              <a:off x="2867527" y="3386771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0" name="Picture 17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3735" y="3467479"/>
              <a:ext cx="1589322" cy="251429"/>
            </a:xfrm>
            <a:prstGeom prst="rect">
              <a:avLst/>
            </a:prstGeom>
          </p:spPr>
        </p:pic>
      </p:grpSp>
      <p:grpSp>
        <p:nvGrpSpPr>
          <p:cNvPr id="181" name="Group 180"/>
          <p:cNvGrpSpPr/>
          <p:nvPr/>
        </p:nvGrpSpPr>
        <p:grpSpPr>
          <a:xfrm>
            <a:off x="6521922" y="5593102"/>
            <a:ext cx="1921739" cy="412844"/>
            <a:chOff x="6442370" y="3448885"/>
            <a:chExt cx="1921739" cy="412844"/>
          </a:xfrm>
        </p:grpSpPr>
        <p:sp>
          <p:nvSpPr>
            <p:cNvPr id="182" name="Rounded Rectangle 181"/>
            <p:cNvSpPr/>
            <p:nvPr/>
          </p:nvSpPr>
          <p:spPr>
            <a:xfrm>
              <a:off x="6442370" y="3448885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3" name="Picture 18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2674" y="3511307"/>
              <a:ext cx="1801130" cy="288000"/>
            </a:xfrm>
            <a:prstGeom prst="rect">
              <a:avLst/>
            </a:prstGeom>
          </p:spPr>
        </p:pic>
      </p:grpSp>
      <p:sp>
        <p:nvSpPr>
          <p:cNvPr id="184" name="Rectangle 183"/>
          <p:cNvSpPr/>
          <p:nvPr/>
        </p:nvSpPr>
        <p:spPr>
          <a:xfrm>
            <a:off x="118872" y="4362353"/>
            <a:ext cx="8913091" cy="1791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/>
          <p:cNvSpPr/>
          <p:nvPr/>
        </p:nvSpPr>
        <p:spPr>
          <a:xfrm>
            <a:off x="115454" y="4837224"/>
            <a:ext cx="8913091" cy="13166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/>
          <p:cNvSpPr/>
          <p:nvPr/>
        </p:nvSpPr>
        <p:spPr>
          <a:xfrm>
            <a:off x="2488337" y="4362353"/>
            <a:ext cx="6547044" cy="1791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715" y="6313732"/>
            <a:ext cx="1444571" cy="3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8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  <p:bldP spid="185" grpId="0" animBg="1"/>
      <p:bldP spid="18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Element Distinctness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551525"/>
            <a:ext cx="2310095" cy="2529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2007770"/>
            <a:ext cx="3195428" cy="252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4" y="1140144"/>
            <a:ext cx="2668877" cy="205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399015"/>
            <a:ext cx="5802666" cy="252952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118872" y="1022300"/>
            <a:ext cx="8913091" cy="17510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8872" y="2881999"/>
            <a:ext cx="8909674" cy="9374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2973879"/>
            <a:ext cx="1066667" cy="22857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3428138"/>
            <a:ext cx="5368380" cy="251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2" y="4026610"/>
            <a:ext cx="1022477" cy="23009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8" y="4445865"/>
            <a:ext cx="7122284" cy="25295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5382744"/>
            <a:ext cx="705524" cy="298667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7972826" y="3131250"/>
            <a:ext cx="777776" cy="454501"/>
            <a:chOff x="7823965" y="3099351"/>
            <a:chExt cx="777776" cy="454501"/>
          </a:xfrm>
        </p:grpSpPr>
        <p:sp>
          <p:nvSpPr>
            <p:cNvPr id="23" name="Rounded Rectangle 22"/>
            <p:cNvSpPr/>
            <p:nvPr/>
          </p:nvSpPr>
          <p:spPr>
            <a:xfrm>
              <a:off x="7823965" y="3099351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1617" y="3246601"/>
              <a:ext cx="542472" cy="160000"/>
            </a:xfrm>
            <a:prstGeom prst="rect">
              <a:avLst/>
            </a:prstGeom>
          </p:spPr>
        </p:pic>
      </p:grpSp>
      <p:grpSp>
        <p:nvGrpSpPr>
          <p:cNvPr id="43" name="Group 42"/>
          <p:cNvGrpSpPr/>
          <p:nvPr/>
        </p:nvGrpSpPr>
        <p:grpSpPr>
          <a:xfrm>
            <a:off x="7773818" y="4140656"/>
            <a:ext cx="1175791" cy="500283"/>
            <a:chOff x="7773818" y="4140656"/>
            <a:chExt cx="1175791" cy="500283"/>
          </a:xfrm>
        </p:grpSpPr>
        <p:sp>
          <p:nvSpPr>
            <p:cNvPr id="32" name="Rounded Rectangle 31"/>
            <p:cNvSpPr/>
            <p:nvPr/>
          </p:nvSpPr>
          <p:spPr>
            <a:xfrm>
              <a:off x="7773818" y="4140656"/>
              <a:ext cx="1175791" cy="50028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3142" y="4263559"/>
              <a:ext cx="937142" cy="254476"/>
            </a:xfrm>
            <a:prstGeom prst="rect">
              <a:avLst/>
            </a:prstGeom>
          </p:spPr>
        </p:pic>
      </p:grpSp>
      <p:sp>
        <p:nvSpPr>
          <p:cNvPr id="39" name="Rectangle 38"/>
          <p:cNvSpPr/>
          <p:nvPr/>
        </p:nvSpPr>
        <p:spPr>
          <a:xfrm>
            <a:off x="117163" y="3917154"/>
            <a:ext cx="8909674" cy="9374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836339" y="5559371"/>
            <a:ext cx="873761" cy="1257587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7" name="Straight Connector 56"/>
          <p:cNvCxnSpPr>
            <a:stCxn id="68" idx="6"/>
            <a:endCxn id="74" idx="2"/>
          </p:cNvCxnSpPr>
          <p:nvPr/>
        </p:nvCxnSpPr>
        <p:spPr>
          <a:xfrm>
            <a:off x="3085035" y="6069743"/>
            <a:ext cx="1669835" cy="510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876860" y="5747494"/>
            <a:ext cx="229646" cy="214139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3353436" y="6166839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101924" y="5701564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3355392" y="6402574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2941019" y="6316816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2941019" y="5997735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265351" y="5871414"/>
            <a:ext cx="144016" cy="144016"/>
          </a:xfrm>
          <a:prstGeom prst="ellipse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880129" y="6024587"/>
            <a:ext cx="144016" cy="144016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5637432" y="5750055"/>
            <a:ext cx="144016" cy="144016"/>
          </a:xfrm>
          <a:prstGeom prst="ellipse">
            <a:avLst/>
          </a:prstGeom>
          <a:solidFill>
            <a:srgbClr val="666633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4682862" y="5684603"/>
            <a:ext cx="144016" cy="144016"/>
          </a:xfrm>
          <a:prstGeom prst="ellipse">
            <a:avLst/>
          </a:prstGeom>
          <a:solidFill>
            <a:srgbClr val="FFCC6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754870" y="6507944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912478" y="5782556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4350146" y="5790940"/>
            <a:ext cx="144016" cy="14401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4233472" y="6231372"/>
            <a:ext cx="144016" cy="14401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4182575" y="6438086"/>
            <a:ext cx="144016" cy="144016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6149960" y="5756788"/>
            <a:ext cx="144016" cy="144016"/>
          </a:xfrm>
          <a:prstGeom prst="ellipse">
            <a:avLst/>
          </a:prstGeom>
          <a:solidFill>
            <a:srgbClr val="CC66FF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5181294" y="5910149"/>
            <a:ext cx="144016" cy="144016"/>
          </a:xfrm>
          <a:prstGeom prst="ellipse">
            <a:avLst/>
          </a:prstGeom>
          <a:solidFill>
            <a:srgbClr val="EBE9EC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5502288" y="6358965"/>
            <a:ext cx="144016" cy="144016"/>
          </a:xfrm>
          <a:prstGeom prst="ellipse">
            <a:avLst/>
          </a:prstGeom>
          <a:solidFill>
            <a:srgbClr val="FF9999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5799278" y="6240976"/>
            <a:ext cx="144016" cy="144016"/>
          </a:xfrm>
          <a:prstGeom prst="ellipse">
            <a:avLst/>
          </a:prstGeom>
          <a:solidFill>
            <a:srgbClr val="00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9" grpId="0" animBg="1"/>
      <p:bldP spid="55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1" grpId="0" animBg="1"/>
      <p:bldP spid="88" grpId="0" animBg="1"/>
      <p:bldP spid="90" grpId="0" animBg="1"/>
      <p:bldP spid="9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Element Distinctness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1" y="1551525"/>
            <a:ext cx="2310095" cy="2529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3" y="2007770"/>
            <a:ext cx="3195428" cy="252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4" y="1140144"/>
            <a:ext cx="2668877" cy="205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399015"/>
            <a:ext cx="5802666" cy="252952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118872" y="1022300"/>
            <a:ext cx="8913091" cy="17510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8872" y="2881999"/>
            <a:ext cx="8909674" cy="9374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2973879"/>
            <a:ext cx="1066667" cy="22857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3428138"/>
            <a:ext cx="5368380" cy="251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2" y="4026610"/>
            <a:ext cx="1022477" cy="2300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8" y="4445865"/>
            <a:ext cx="7122284" cy="25295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5382744"/>
            <a:ext cx="705524" cy="298667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7972826" y="3131250"/>
            <a:ext cx="777776" cy="454501"/>
            <a:chOff x="7823965" y="3099351"/>
            <a:chExt cx="777776" cy="454501"/>
          </a:xfrm>
        </p:grpSpPr>
        <p:sp>
          <p:nvSpPr>
            <p:cNvPr id="23" name="Rounded Rectangle 22"/>
            <p:cNvSpPr/>
            <p:nvPr/>
          </p:nvSpPr>
          <p:spPr>
            <a:xfrm>
              <a:off x="7823965" y="3099351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1617" y="3246601"/>
              <a:ext cx="542472" cy="160000"/>
            </a:xfrm>
            <a:prstGeom prst="rect">
              <a:avLst/>
            </a:prstGeom>
          </p:spPr>
        </p:pic>
      </p:grpSp>
      <p:grpSp>
        <p:nvGrpSpPr>
          <p:cNvPr id="50" name="Group 49"/>
          <p:cNvGrpSpPr/>
          <p:nvPr/>
        </p:nvGrpSpPr>
        <p:grpSpPr>
          <a:xfrm>
            <a:off x="3061490" y="5660894"/>
            <a:ext cx="3021020" cy="412844"/>
            <a:chOff x="2072188" y="5660894"/>
            <a:chExt cx="3021020" cy="412844"/>
          </a:xfrm>
        </p:grpSpPr>
        <p:sp>
          <p:nvSpPr>
            <p:cNvPr id="26" name="Rounded Rectangle 25"/>
            <p:cNvSpPr/>
            <p:nvPr/>
          </p:nvSpPr>
          <p:spPr>
            <a:xfrm>
              <a:off x="2072188" y="5660894"/>
              <a:ext cx="3021020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1853" y="5681411"/>
              <a:ext cx="2861690" cy="371810"/>
            </a:xfrm>
            <a:prstGeom prst="rect">
              <a:avLst/>
            </a:prstGeom>
          </p:spPr>
        </p:pic>
      </p:grpSp>
      <p:grpSp>
        <p:nvGrpSpPr>
          <p:cNvPr id="43" name="Group 42"/>
          <p:cNvGrpSpPr/>
          <p:nvPr/>
        </p:nvGrpSpPr>
        <p:grpSpPr>
          <a:xfrm>
            <a:off x="7773818" y="4140656"/>
            <a:ext cx="1175791" cy="500283"/>
            <a:chOff x="7773818" y="4140656"/>
            <a:chExt cx="1175791" cy="500283"/>
          </a:xfrm>
        </p:grpSpPr>
        <p:sp>
          <p:nvSpPr>
            <p:cNvPr id="32" name="Rounded Rectangle 31"/>
            <p:cNvSpPr/>
            <p:nvPr/>
          </p:nvSpPr>
          <p:spPr>
            <a:xfrm>
              <a:off x="7773818" y="4140656"/>
              <a:ext cx="1175791" cy="50028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3142" y="4263559"/>
              <a:ext cx="937142" cy="254476"/>
            </a:xfrm>
            <a:prstGeom prst="rect">
              <a:avLst/>
            </a:prstGeom>
          </p:spPr>
        </p:pic>
      </p:grpSp>
      <p:sp>
        <p:nvSpPr>
          <p:cNvPr id="39" name="Rectangle 38"/>
          <p:cNvSpPr/>
          <p:nvPr/>
        </p:nvSpPr>
        <p:spPr>
          <a:xfrm>
            <a:off x="117163" y="3917154"/>
            <a:ext cx="8909674" cy="9374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891" y="6229999"/>
            <a:ext cx="2441121" cy="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7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Element Distinctness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18872" y="1022300"/>
            <a:ext cx="8913091" cy="17510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3" y="1156096"/>
            <a:ext cx="4656761" cy="2529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119785"/>
            <a:ext cx="1315048" cy="333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1606709"/>
            <a:ext cx="3498666" cy="252952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2917241" y="4581128"/>
            <a:ext cx="1150703" cy="165618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163000" y="4941168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3600668" y="4949552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090992" y="5389984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3456652" y="5717397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3483994" y="5389984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3780984" y="5271995"/>
            <a:ext cx="144016" cy="144016"/>
          </a:xfrm>
          <a:prstGeom prst="ellipse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221497" y="4581128"/>
            <a:ext cx="1150703" cy="165618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5467256" y="4941168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5904924" y="4949552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5395248" y="5389984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60908" y="5717397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788250" y="5389984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085240" y="5271995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1" name="Straight Arrow Connector 70"/>
          <p:cNvCxnSpPr>
            <a:stCxn id="56" idx="6"/>
            <a:endCxn id="64" idx="2"/>
          </p:cNvCxnSpPr>
          <p:nvPr/>
        </p:nvCxnSpPr>
        <p:spPr>
          <a:xfrm>
            <a:off x="4067944" y="5409220"/>
            <a:ext cx="1153553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057322"/>
            <a:ext cx="5360762" cy="252952"/>
          </a:xfrm>
          <a:prstGeom prst="rect">
            <a:avLst/>
          </a:prstGeom>
        </p:spPr>
      </p:pic>
      <p:sp>
        <p:nvSpPr>
          <p:cNvPr id="72" name="Oval 71"/>
          <p:cNvSpPr/>
          <p:nvPr/>
        </p:nvSpPr>
        <p:spPr>
          <a:xfrm>
            <a:off x="6736178" y="5926432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507934"/>
            <a:ext cx="985905" cy="170667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118872" y="2893707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2973879"/>
            <a:ext cx="1066667" cy="228571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7972826" y="3131250"/>
            <a:ext cx="777776" cy="454501"/>
            <a:chOff x="7823965" y="3099351"/>
            <a:chExt cx="777776" cy="454501"/>
          </a:xfrm>
        </p:grpSpPr>
        <p:sp>
          <p:nvSpPr>
            <p:cNvPr id="76" name="Rounded Rectangle 75"/>
            <p:cNvSpPr/>
            <p:nvPr/>
          </p:nvSpPr>
          <p:spPr>
            <a:xfrm>
              <a:off x="7823965" y="3099351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7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1617" y="3246601"/>
              <a:ext cx="542472" cy="160000"/>
            </a:xfrm>
            <a:prstGeom prst="rect">
              <a:avLst/>
            </a:prstGeom>
          </p:spPr>
        </p:pic>
      </p:grpSp>
      <p:pic>
        <p:nvPicPr>
          <p:cNvPr id="78" name="Picture 7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3428138"/>
            <a:ext cx="5368380" cy="25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8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2" grpId="0" animBg="1"/>
      <p:bldP spid="7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Element Distinctness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18872" y="1022300"/>
            <a:ext cx="8913091" cy="17510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3" y="1156096"/>
            <a:ext cx="4656761" cy="2529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119785"/>
            <a:ext cx="1315048" cy="333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1606709"/>
            <a:ext cx="3498666" cy="2529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057322"/>
            <a:ext cx="5360762" cy="2529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507934"/>
            <a:ext cx="985905" cy="170667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118872" y="2893707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4441359"/>
            <a:ext cx="5846857" cy="251429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2973879"/>
            <a:ext cx="1066667" cy="228571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7972826" y="3131250"/>
            <a:ext cx="777776" cy="454501"/>
            <a:chOff x="7823965" y="3099351"/>
            <a:chExt cx="777776" cy="454501"/>
          </a:xfrm>
        </p:grpSpPr>
        <p:sp>
          <p:nvSpPr>
            <p:cNvPr id="76" name="Rounded Rectangle 75"/>
            <p:cNvSpPr/>
            <p:nvPr/>
          </p:nvSpPr>
          <p:spPr>
            <a:xfrm>
              <a:off x="7823965" y="3099351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7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1617" y="3246601"/>
              <a:ext cx="542472" cy="160000"/>
            </a:xfrm>
            <a:prstGeom prst="rect">
              <a:avLst/>
            </a:prstGeom>
          </p:spPr>
        </p:pic>
      </p:grpSp>
      <p:pic>
        <p:nvPicPr>
          <p:cNvPr id="78" name="Picture 7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3428138"/>
            <a:ext cx="5368380" cy="25142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18872" y="3935232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4015405"/>
            <a:ext cx="790857" cy="22552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972826" y="4172775"/>
            <a:ext cx="777776" cy="454501"/>
            <a:chOff x="7972826" y="4172775"/>
            <a:chExt cx="777776" cy="454501"/>
          </a:xfrm>
        </p:grpSpPr>
        <p:sp>
          <p:nvSpPr>
            <p:cNvPr id="36" name="Rounded Rectangle 35"/>
            <p:cNvSpPr/>
            <p:nvPr/>
          </p:nvSpPr>
          <p:spPr>
            <a:xfrm>
              <a:off x="7972826" y="4172775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2955" y="4320025"/>
              <a:ext cx="577519" cy="173714"/>
            </a:xfrm>
            <a:prstGeom prst="rect">
              <a:avLst/>
            </a:prstGeom>
          </p:spPr>
        </p:pic>
      </p:grpSp>
      <p:sp>
        <p:nvSpPr>
          <p:cNvPr id="42" name="Rectangle 41"/>
          <p:cNvSpPr/>
          <p:nvPr/>
        </p:nvSpPr>
        <p:spPr>
          <a:xfrm>
            <a:off x="118872" y="4978634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5058807"/>
            <a:ext cx="1022476" cy="23009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8" y="5497425"/>
            <a:ext cx="7122284" cy="252952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7773818" y="5192216"/>
            <a:ext cx="1175791" cy="500283"/>
            <a:chOff x="7773818" y="4140656"/>
            <a:chExt cx="1175791" cy="500283"/>
          </a:xfrm>
        </p:grpSpPr>
        <p:sp>
          <p:nvSpPr>
            <p:cNvPr id="50" name="Rounded Rectangle 49"/>
            <p:cNvSpPr/>
            <p:nvPr/>
          </p:nvSpPr>
          <p:spPr>
            <a:xfrm>
              <a:off x="7773818" y="4140656"/>
              <a:ext cx="1175791" cy="50028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" name="Picture 50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3142" y="4263559"/>
              <a:ext cx="937142" cy="254476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3061490" y="6200390"/>
            <a:ext cx="3021020" cy="412844"/>
            <a:chOff x="2072188" y="6374126"/>
            <a:chExt cx="3021020" cy="412844"/>
          </a:xfrm>
        </p:grpSpPr>
        <p:sp>
          <p:nvSpPr>
            <p:cNvPr id="53" name="Rounded Rectangle 52"/>
            <p:cNvSpPr/>
            <p:nvPr/>
          </p:nvSpPr>
          <p:spPr>
            <a:xfrm>
              <a:off x="2072188" y="6374126"/>
              <a:ext cx="3021020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8520" y="6440362"/>
              <a:ext cx="2808357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4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Element Distinctness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18872" y="1022300"/>
            <a:ext cx="8913091" cy="17510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3" y="1156096"/>
            <a:ext cx="4656761" cy="2529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119785"/>
            <a:ext cx="1315048" cy="333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1606709"/>
            <a:ext cx="3498666" cy="2529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3" y="2057320"/>
            <a:ext cx="5680763" cy="2529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507934"/>
            <a:ext cx="985905" cy="170667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118872" y="2893707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4441359"/>
            <a:ext cx="5846857" cy="251429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2973879"/>
            <a:ext cx="1066667" cy="228571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7972826" y="3131250"/>
            <a:ext cx="777776" cy="454501"/>
            <a:chOff x="7823965" y="3099351"/>
            <a:chExt cx="777776" cy="454501"/>
          </a:xfrm>
        </p:grpSpPr>
        <p:sp>
          <p:nvSpPr>
            <p:cNvPr id="76" name="Rounded Rectangle 75"/>
            <p:cNvSpPr/>
            <p:nvPr/>
          </p:nvSpPr>
          <p:spPr>
            <a:xfrm>
              <a:off x="7823965" y="3099351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76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1617" y="3246601"/>
              <a:ext cx="542472" cy="160000"/>
            </a:xfrm>
            <a:prstGeom prst="rect">
              <a:avLst/>
            </a:prstGeom>
          </p:spPr>
        </p:pic>
      </p:grpSp>
      <p:pic>
        <p:nvPicPr>
          <p:cNvPr id="78" name="Picture 7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3428138"/>
            <a:ext cx="5368380" cy="25142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18872" y="3935232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4015405"/>
            <a:ext cx="790857" cy="22552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972826" y="4172775"/>
            <a:ext cx="777776" cy="454501"/>
            <a:chOff x="7972826" y="4172775"/>
            <a:chExt cx="777776" cy="454501"/>
          </a:xfrm>
        </p:grpSpPr>
        <p:sp>
          <p:nvSpPr>
            <p:cNvPr id="36" name="Rounded Rectangle 35"/>
            <p:cNvSpPr/>
            <p:nvPr/>
          </p:nvSpPr>
          <p:spPr>
            <a:xfrm>
              <a:off x="7972826" y="4172775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2955" y="4320025"/>
              <a:ext cx="577519" cy="173714"/>
            </a:xfrm>
            <a:prstGeom prst="rect">
              <a:avLst/>
            </a:prstGeom>
          </p:spPr>
        </p:pic>
      </p:grpSp>
      <p:sp>
        <p:nvSpPr>
          <p:cNvPr id="42" name="Rectangle 41"/>
          <p:cNvSpPr/>
          <p:nvPr/>
        </p:nvSpPr>
        <p:spPr>
          <a:xfrm>
            <a:off x="118872" y="4978634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5058807"/>
            <a:ext cx="1022476" cy="23009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8" y="5497425"/>
            <a:ext cx="7122284" cy="252952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7773818" y="5192216"/>
            <a:ext cx="1175791" cy="500283"/>
            <a:chOff x="7773818" y="4140656"/>
            <a:chExt cx="1175791" cy="500283"/>
          </a:xfrm>
        </p:grpSpPr>
        <p:sp>
          <p:nvSpPr>
            <p:cNvPr id="50" name="Rounded Rectangle 49"/>
            <p:cNvSpPr/>
            <p:nvPr/>
          </p:nvSpPr>
          <p:spPr>
            <a:xfrm>
              <a:off x="7773818" y="4140656"/>
              <a:ext cx="1175791" cy="50028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" name="Picture 5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3142" y="4263559"/>
              <a:ext cx="937142" cy="254476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2894330" y="6200390"/>
            <a:ext cx="3355341" cy="467176"/>
            <a:chOff x="2727169" y="6200390"/>
            <a:chExt cx="3355341" cy="467176"/>
          </a:xfrm>
        </p:grpSpPr>
        <p:sp>
          <p:nvSpPr>
            <p:cNvPr id="53" name="Rounded Rectangle 52"/>
            <p:cNvSpPr/>
            <p:nvPr/>
          </p:nvSpPr>
          <p:spPr>
            <a:xfrm>
              <a:off x="2727169" y="6200390"/>
              <a:ext cx="3355341" cy="467176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0186" y="6206169"/>
              <a:ext cx="3189307" cy="455619"/>
            </a:xfrm>
            <a:prstGeom prst="rect">
              <a:avLst/>
            </a:prstGeom>
          </p:spPr>
        </p:pic>
      </p:grpSp>
      <p:cxnSp>
        <p:nvCxnSpPr>
          <p:cNvPr id="18" name="Straight Connector 17"/>
          <p:cNvCxnSpPr/>
          <p:nvPr/>
        </p:nvCxnSpPr>
        <p:spPr>
          <a:xfrm flipH="1">
            <a:off x="235712" y="2507934"/>
            <a:ext cx="985905" cy="1706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57" y="2394092"/>
            <a:ext cx="1084952" cy="348952"/>
          </a:xfrm>
          <a:prstGeom prst="rect">
            <a:avLst/>
          </a:prstGeom>
        </p:spPr>
      </p:pic>
      <p:cxnSp>
        <p:nvCxnSpPr>
          <p:cNvPr id="38" name="Straight Connector 37"/>
          <p:cNvCxnSpPr/>
          <p:nvPr/>
        </p:nvCxnSpPr>
        <p:spPr>
          <a:xfrm flipH="1">
            <a:off x="7839763" y="5375047"/>
            <a:ext cx="985905" cy="1706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981764" y="5628127"/>
            <a:ext cx="777776" cy="4545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893" y="5775377"/>
            <a:ext cx="568376" cy="17219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50" y="6305065"/>
            <a:ext cx="2543238" cy="227048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132151" y="4976757"/>
            <a:ext cx="1150703" cy="165618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377910" y="5336797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815578" y="5345181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05902" y="5785613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71562" y="6113026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698904" y="5785613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95894" y="5667624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4529" y="6194361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07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6" grpId="0" animBg="1"/>
      <p:bldP spid="47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Less Frequent Checking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1933232"/>
            <a:ext cx="2287237" cy="5424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2755648"/>
            <a:ext cx="2198857" cy="483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9" y="1126964"/>
            <a:ext cx="4213333" cy="22704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3" y="1920369"/>
            <a:ext cx="2174476" cy="2514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019" y="2730685"/>
            <a:ext cx="780190" cy="2102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3290483"/>
            <a:ext cx="650666" cy="16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3634991"/>
            <a:ext cx="4210286" cy="2133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4" y="1575860"/>
            <a:ext cx="4527239" cy="2133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8872" y="994777"/>
            <a:ext cx="5715871" cy="30134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53615" y="994776"/>
            <a:ext cx="3078348" cy="24186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14" y="2726652"/>
            <a:ext cx="432811" cy="43281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365" y="3199682"/>
            <a:ext cx="249951" cy="249951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8345267" y="1909253"/>
            <a:ext cx="553837" cy="553837"/>
            <a:chOff x="2394109" y="2706630"/>
            <a:chExt cx="553837" cy="553837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903608" y="2558623"/>
            <a:ext cx="389156" cy="389156"/>
            <a:chOff x="2394109" y="2706630"/>
            <a:chExt cx="553837" cy="553837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22" name="Straight Arrow Connector 21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496" y="1170246"/>
            <a:ext cx="2253714" cy="48304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698" y="1127508"/>
            <a:ext cx="639765" cy="480227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5185253" y="1442309"/>
            <a:ext cx="331856" cy="412844"/>
            <a:chOff x="3249545" y="5938317"/>
            <a:chExt cx="331856" cy="412844"/>
          </a:xfrm>
        </p:grpSpPr>
        <p:sp>
          <p:nvSpPr>
            <p:cNvPr id="26" name="Rounded Rectangle 25"/>
            <p:cNvSpPr/>
            <p:nvPr/>
          </p:nvSpPr>
          <p:spPr>
            <a:xfrm>
              <a:off x="3249545" y="5938317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1378" y="6064739"/>
              <a:ext cx="108190" cy="160000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3412157" y="2505160"/>
            <a:ext cx="331856" cy="412844"/>
            <a:chOff x="2818383" y="2239166"/>
            <a:chExt cx="331856" cy="412844"/>
          </a:xfrm>
        </p:grpSpPr>
        <p:sp>
          <p:nvSpPr>
            <p:cNvPr id="29" name="Rounded Rectangle 28"/>
            <p:cNvSpPr/>
            <p:nvPr/>
          </p:nvSpPr>
          <p:spPr>
            <a:xfrm>
              <a:off x="2818383" y="22391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0216" y="2365588"/>
              <a:ext cx="132571" cy="158476"/>
            </a:xfrm>
            <a:prstGeom prst="rect">
              <a:avLst/>
            </a:prstGeom>
          </p:spPr>
        </p:pic>
      </p:grpSp>
      <p:grpSp>
        <p:nvGrpSpPr>
          <p:cNvPr id="31" name="Group 30"/>
          <p:cNvGrpSpPr/>
          <p:nvPr/>
        </p:nvGrpSpPr>
        <p:grpSpPr>
          <a:xfrm>
            <a:off x="2636593" y="3128075"/>
            <a:ext cx="331856" cy="412844"/>
            <a:chOff x="2970783" y="2391566"/>
            <a:chExt cx="331856" cy="412844"/>
          </a:xfrm>
        </p:grpSpPr>
        <p:sp>
          <p:nvSpPr>
            <p:cNvPr id="32" name="Rounded Rectangle 31"/>
            <p:cNvSpPr/>
            <p:nvPr/>
          </p:nvSpPr>
          <p:spPr>
            <a:xfrm>
              <a:off x="2970783" y="23915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Picture 3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617" y="2517988"/>
              <a:ext cx="114285" cy="160000"/>
            </a:xfrm>
            <a:prstGeom prst="rect">
              <a:avLst/>
            </a:prstGeom>
          </p:spPr>
        </p:pic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4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59" y="1342503"/>
            <a:ext cx="639765" cy="4802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61" y="2245056"/>
            <a:ext cx="2177523" cy="251429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3836003" y="2208357"/>
            <a:ext cx="1220957" cy="846449"/>
            <a:chOff x="7716511" y="3963478"/>
            <a:chExt cx="1220957" cy="846449"/>
          </a:xfrm>
        </p:grpSpPr>
        <p:pic>
          <p:nvPicPr>
            <p:cNvPr id="38" name="Picture 3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3543" y="3983907"/>
              <a:ext cx="923925" cy="754380"/>
            </a:xfrm>
            <a:prstGeom prst="rect">
              <a:avLst/>
            </a:prstGeom>
          </p:spPr>
        </p:pic>
        <p:sp>
          <p:nvSpPr>
            <p:cNvPr id="39" name="Right Brace 38"/>
            <p:cNvSpPr/>
            <p:nvPr/>
          </p:nvSpPr>
          <p:spPr>
            <a:xfrm>
              <a:off x="7716511" y="3963478"/>
              <a:ext cx="239865" cy="846449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43" name="Picture 4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865" y="4265676"/>
            <a:ext cx="938667" cy="184381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506" y="4244342"/>
            <a:ext cx="1028571" cy="22704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4785321"/>
            <a:ext cx="2037333" cy="18285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5412554"/>
            <a:ext cx="1790476" cy="181333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3462295" y="4670327"/>
            <a:ext cx="1083806" cy="412844"/>
            <a:chOff x="3185686" y="2848211"/>
            <a:chExt cx="1083806" cy="412844"/>
          </a:xfrm>
        </p:grpSpPr>
        <p:sp>
          <p:nvSpPr>
            <p:cNvPr id="48" name="Rounded Rectangle 47"/>
            <p:cNvSpPr/>
            <p:nvPr/>
          </p:nvSpPr>
          <p:spPr>
            <a:xfrm>
              <a:off x="3185686" y="284821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8735" y="2900728"/>
              <a:ext cx="877708" cy="307810"/>
            </a:xfrm>
            <a:prstGeom prst="rect">
              <a:avLst/>
            </a:prstGeom>
          </p:spPr>
        </p:pic>
      </p:grpSp>
      <p:grpSp>
        <p:nvGrpSpPr>
          <p:cNvPr id="50" name="Group 49"/>
          <p:cNvGrpSpPr/>
          <p:nvPr/>
        </p:nvGrpSpPr>
        <p:grpSpPr>
          <a:xfrm>
            <a:off x="6940888" y="4670327"/>
            <a:ext cx="1083806" cy="412844"/>
            <a:chOff x="6671793" y="2986091"/>
            <a:chExt cx="1083806" cy="412844"/>
          </a:xfrm>
        </p:grpSpPr>
        <p:sp>
          <p:nvSpPr>
            <p:cNvPr id="51" name="Rounded Rectangle 50"/>
            <p:cNvSpPr/>
            <p:nvPr/>
          </p:nvSpPr>
          <p:spPr>
            <a:xfrm>
              <a:off x="6671793" y="298609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5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4843" y="3014227"/>
              <a:ext cx="1037707" cy="356572"/>
            </a:xfrm>
            <a:prstGeom prst="rect">
              <a:avLst/>
            </a:prstGeom>
          </p:spPr>
        </p:pic>
      </p:grpSp>
      <p:grpSp>
        <p:nvGrpSpPr>
          <p:cNvPr id="53" name="Group 52"/>
          <p:cNvGrpSpPr/>
          <p:nvPr/>
        </p:nvGrpSpPr>
        <p:grpSpPr>
          <a:xfrm>
            <a:off x="3043329" y="5331846"/>
            <a:ext cx="1921739" cy="412844"/>
            <a:chOff x="2867527" y="3386771"/>
            <a:chExt cx="1921739" cy="412844"/>
          </a:xfrm>
        </p:grpSpPr>
        <p:sp>
          <p:nvSpPr>
            <p:cNvPr id="54" name="Rounded Rectangle 53"/>
            <p:cNvSpPr/>
            <p:nvPr/>
          </p:nvSpPr>
          <p:spPr>
            <a:xfrm>
              <a:off x="2867527" y="3386771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54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3735" y="3467479"/>
              <a:ext cx="1589322" cy="251429"/>
            </a:xfrm>
            <a:prstGeom prst="rect">
              <a:avLst/>
            </a:prstGeom>
          </p:spPr>
        </p:pic>
      </p:grpSp>
      <p:grpSp>
        <p:nvGrpSpPr>
          <p:cNvPr id="56" name="Group 55"/>
          <p:cNvGrpSpPr/>
          <p:nvPr/>
        </p:nvGrpSpPr>
        <p:grpSpPr>
          <a:xfrm>
            <a:off x="6521922" y="5331846"/>
            <a:ext cx="1921739" cy="412844"/>
            <a:chOff x="6442370" y="3448885"/>
            <a:chExt cx="1921739" cy="412844"/>
          </a:xfrm>
        </p:grpSpPr>
        <p:sp>
          <p:nvSpPr>
            <p:cNvPr id="57" name="Rounded Rectangle 56"/>
            <p:cNvSpPr/>
            <p:nvPr/>
          </p:nvSpPr>
          <p:spPr>
            <a:xfrm>
              <a:off x="6442370" y="3448885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5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2674" y="3511307"/>
              <a:ext cx="1801130" cy="288000"/>
            </a:xfrm>
            <a:prstGeom prst="rect">
              <a:avLst/>
            </a:prstGeom>
          </p:spPr>
        </p:pic>
      </p:grpSp>
      <p:grpSp>
        <p:nvGrpSpPr>
          <p:cNvPr id="59" name="Group 58"/>
          <p:cNvGrpSpPr/>
          <p:nvPr/>
        </p:nvGrpSpPr>
        <p:grpSpPr>
          <a:xfrm>
            <a:off x="3043329" y="5993365"/>
            <a:ext cx="1921739" cy="412844"/>
            <a:chOff x="2867527" y="4078478"/>
            <a:chExt cx="1921739" cy="412844"/>
          </a:xfrm>
        </p:grpSpPr>
        <p:sp>
          <p:nvSpPr>
            <p:cNvPr id="60" name="Rounded Rectangle 59"/>
            <p:cNvSpPr/>
            <p:nvPr/>
          </p:nvSpPr>
          <p:spPr>
            <a:xfrm>
              <a:off x="2867527" y="4078478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687" y="4130995"/>
              <a:ext cx="1499418" cy="307810"/>
            </a:xfrm>
            <a:prstGeom prst="rect">
              <a:avLst/>
            </a:prstGeom>
          </p:spPr>
        </p:pic>
      </p:grpSp>
      <p:grpSp>
        <p:nvGrpSpPr>
          <p:cNvPr id="62" name="Group 61"/>
          <p:cNvGrpSpPr/>
          <p:nvPr/>
        </p:nvGrpSpPr>
        <p:grpSpPr>
          <a:xfrm>
            <a:off x="6521922" y="5993365"/>
            <a:ext cx="1921739" cy="412844"/>
            <a:chOff x="6442371" y="4133101"/>
            <a:chExt cx="1921739" cy="412844"/>
          </a:xfrm>
        </p:grpSpPr>
        <p:sp>
          <p:nvSpPr>
            <p:cNvPr id="63" name="Rounded Rectangle 62"/>
            <p:cNvSpPr/>
            <p:nvPr/>
          </p:nvSpPr>
          <p:spPr>
            <a:xfrm>
              <a:off x="6442371" y="4133101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5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247" y="4161237"/>
              <a:ext cx="1823987" cy="356572"/>
            </a:xfrm>
            <a:prstGeom prst="rect">
              <a:avLst/>
            </a:prstGeom>
          </p:spPr>
        </p:pic>
      </p:grpSp>
      <p:sp>
        <p:nvSpPr>
          <p:cNvPr id="71" name="Rectangle 70"/>
          <p:cNvSpPr/>
          <p:nvPr/>
        </p:nvSpPr>
        <p:spPr>
          <a:xfrm>
            <a:off x="118872" y="4101097"/>
            <a:ext cx="8913091" cy="24372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115454" y="4575968"/>
            <a:ext cx="8913091" cy="19623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488337" y="4101097"/>
            <a:ext cx="6547044" cy="24372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505" y="3585627"/>
            <a:ext cx="1444571" cy="3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Example: Element Distinctness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8872" y="1022300"/>
            <a:ext cx="8913091" cy="17510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1156096"/>
            <a:ext cx="4522666" cy="252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119785"/>
            <a:ext cx="1315048" cy="333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1606709"/>
            <a:ext cx="3498666" cy="2529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057322"/>
            <a:ext cx="5360762" cy="252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" y="2424013"/>
            <a:ext cx="705524" cy="2986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8872" y="2893707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4441359"/>
            <a:ext cx="5846857" cy="2514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2973879"/>
            <a:ext cx="1066667" cy="228571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72826" y="3131250"/>
            <a:ext cx="777776" cy="454501"/>
            <a:chOff x="7823965" y="3099351"/>
            <a:chExt cx="777776" cy="454501"/>
          </a:xfrm>
        </p:grpSpPr>
        <p:sp>
          <p:nvSpPr>
            <p:cNvPr id="14" name="Rounded Rectangle 13"/>
            <p:cNvSpPr/>
            <p:nvPr/>
          </p:nvSpPr>
          <p:spPr>
            <a:xfrm>
              <a:off x="7823965" y="3099351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1617" y="3246601"/>
              <a:ext cx="542472" cy="160000"/>
            </a:xfrm>
            <a:prstGeom prst="rect">
              <a:avLst/>
            </a:prstGeom>
          </p:spPr>
        </p:pic>
      </p:grpSp>
      <p:pic>
        <p:nvPicPr>
          <p:cNvPr id="16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5" y="3428138"/>
            <a:ext cx="5368380" cy="25142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18872" y="3935232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4015405"/>
            <a:ext cx="790857" cy="225523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7972826" y="4172775"/>
            <a:ext cx="777776" cy="454501"/>
            <a:chOff x="7972826" y="4172775"/>
            <a:chExt cx="777776" cy="454501"/>
          </a:xfrm>
        </p:grpSpPr>
        <p:sp>
          <p:nvSpPr>
            <p:cNvPr id="21" name="Rounded Rectangle 20"/>
            <p:cNvSpPr/>
            <p:nvPr/>
          </p:nvSpPr>
          <p:spPr>
            <a:xfrm>
              <a:off x="7972826" y="4172775"/>
              <a:ext cx="777776" cy="4545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2955" y="4320025"/>
              <a:ext cx="577519" cy="173714"/>
            </a:xfrm>
            <a:prstGeom prst="rect">
              <a:avLst/>
            </a:prstGeom>
          </p:spPr>
        </p:pic>
      </p:grpSp>
      <p:sp>
        <p:nvSpPr>
          <p:cNvPr id="23" name="Rectangle 22"/>
          <p:cNvSpPr/>
          <p:nvPr/>
        </p:nvSpPr>
        <p:spPr>
          <a:xfrm>
            <a:off x="118872" y="4978634"/>
            <a:ext cx="8913091" cy="9211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7" y="5058807"/>
            <a:ext cx="1022476" cy="23009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8" y="5497425"/>
            <a:ext cx="7122284" cy="252952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7773818" y="5192216"/>
            <a:ext cx="1175791" cy="500283"/>
            <a:chOff x="7773818" y="4140656"/>
            <a:chExt cx="1175791" cy="500283"/>
          </a:xfrm>
        </p:grpSpPr>
        <p:sp>
          <p:nvSpPr>
            <p:cNvPr id="27" name="Rounded Rectangle 26"/>
            <p:cNvSpPr/>
            <p:nvPr/>
          </p:nvSpPr>
          <p:spPr>
            <a:xfrm>
              <a:off x="7773818" y="4140656"/>
              <a:ext cx="1175791" cy="50028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3142" y="4263559"/>
              <a:ext cx="937142" cy="254476"/>
            </a:xfrm>
            <a:prstGeom prst="rect">
              <a:avLst/>
            </a:prstGeom>
          </p:spPr>
        </p:pic>
      </p:grpSp>
      <p:sp>
        <p:nvSpPr>
          <p:cNvPr id="30" name="Rounded Rectangle 29"/>
          <p:cNvSpPr/>
          <p:nvPr/>
        </p:nvSpPr>
        <p:spPr>
          <a:xfrm>
            <a:off x="2671973" y="6200390"/>
            <a:ext cx="3800054" cy="4380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83" y="6233508"/>
            <a:ext cx="3644921" cy="37180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54" y="2423242"/>
            <a:ext cx="553143" cy="30628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056" y="6248361"/>
            <a:ext cx="2543238" cy="227048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5732679" y="1650668"/>
            <a:ext cx="683427" cy="983643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865300" y="1895651"/>
            <a:ext cx="144016" cy="144016"/>
          </a:xfrm>
          <a:prstGeom prst="ellipse">
            <a:avLst/>
          </a:prstGeom>
          <a:gradFill rotWithShape="1">
            <a:gsLst>
              <a:gs pos="0">
                <a:srgbClr val="8064A2">
                  <a:shade val="51000"/>
                  <a:satMod val="130000"/>
                </a:srgbClr>
              </a:gs>
              <a:gs pos="80000">
                <a:srgbClr val="8064A2">
                  <a:shade val="93000"/>
                  <a:satMod val="130000"/>
                </a:srgbClr>
              </a:gs>
              <a:gs pos="100000">
                <a:srgbClr val="8064A2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979467" y="1733936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081406" y="1947320"/>
            <a:ext cx="144016" cy="144016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113913" y="2396744"/>
            <a:ext cx="144016" cy="144016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862793" y="2174368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153414" y="2147603"/>
            <a:ext cx="144016" cy="144016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625324" y="2409402"/>
            <a:ext cx="144016" cy="144016"/>
          </a:xfrm>
          <a:prstGeom prst="ellipse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63460" y="2365788"/>
            <a:ext cx="843584" cy="407557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1216262" y="2364434"/>
            <a:ext cx="703978" cy="407557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5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7" grpId="0" animBg="1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865" y="2821883"/>
            <a:ext cx="938667" cy="1843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506" y="2800549"/>
            <a:ext cx="1028571" cy="227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3341528"/>
            <a:ext cx="2037333" cy="1828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3968761"/>
            <a:ext cx="1790476" cy="181333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034334" y="1064700"/>
            <a:ext cx="331856" cy="412844"/>
            <a:chOff x="3249545" y="5938317"/>
            <a:chExt cx="331856" cy="412844"/>
          </a:xfrm>
        </p:grpSpPr>
        <p:sp>
          <p:nvSpPr>
            <p:cNvPr id="11" name="Rounded Rectangle 10"/>
            <p:cNvSpPr/>
            <p:nvPr/>
          </p:nvSpPr>
          <p:spPr>
            <a:xfrm>
              <a:off x="3249545" y="5938317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1378" y="6064739"/>
              <a:ext cx="108190" cy="1600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1034334" y="1539571"/>
            <a:ext cx="331856" cy="412844"/>
            <a:chOff x="2818383" y="2239166"/>
            <a:chExt cx="331856" cy="412844"/>
          </a:xfrm>
        </p:grpSpPr>
        <p:sp>
          <p:nvSpPr>
            <p:cNvPr id="14" name="Rounded Rectangle 13"/>
            <p:cNvSpPr/>
            <p:nvPr/>
          </p:nvSpPr>
          <p:spPr>
            <a:xfrm>
              <a:off x="2818383" y="22391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0216" y="2365588"/>
              <a:ext cx="132571" cy="158476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1046524" y="2007829"/>
            <a:ext cx="331856" cy="412844"/>
            <a:chOff x="2970783" y="2391566"/>
            <a:chExt cx="331856" cy="412844"/>
          </a:xfrm>
        </p:grpSpPr>
        <p:sp>
          <p:nvSpPr>
            <p:cNvPr id="17" name="Rounded Rectangle 16"/>
            <p:cNvSpPr/>
            <p:nvPr/>
          </p:nvSpPr>
          <p:spPr>
            <a:xfrm>
              <a:off x="2970783" y="2391566"/>
              <a:ext cx="33185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617" y="2517988"/>
              <a:ext cx="114285" cy="160000"/>
            </a:xfrm>
            <a:prstGeom prst="rect">
              <a:avLst/>
            </a:prstGeom>
          </p:spPr>
        </p:pic>
      </p:grpSp>
      <p:grpSp>
        <p:nvGrpSpPr>
          <p:cNvPr id="46" name="Group 45"/>
          <p:cNvGrpSpPr/>
          <p:nvPr/>
        </p:nvGrpSpPr>
        <p:grpSpPr>
          <a:xfrm>
            <a:off x="3462295" y="3226534"/>
            <a:ext cx="1083806" cy="412844"/>
            <a:chOff x="3185686" y="2848211"/>
            <a:chExt cx="1083806" cy="412844"/>
          </a:xfrm>
        </p:grpSpPr>
        <p:sp>
          <p:nvSpPr>
            <p:cNvPr id="21" name="Rounded Rectangle 20"/>
            <p:cNvSpPr/>
            <p:nvPr/>
          </p:nvSpPr>
          <p:spPr>
            <a:xfrm>
              <a:off x="3185686" y="284821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8735" y="2900728"/>
              <a:ext cx="877708" cy="307810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6940888" y="3226534"/>
            <a:ext cx="1083806" cy="412844"/>
            <a:chOff x="6671793" y="2986091"/>
            <a:chExt cx="1083806" cy="412844"/>
          </a:xfrm>
        </p:grpSpPr>
        <p:sp>
          <p:nvSpPr>
            <p:cNvPr id="39" name="Rounded Rectangle 38"/>
            <p:cNvSpPr/>
            <p:nvPr/>
          </p:nvSpPr>
          <p:spPr>
            <a:xfrm>
              <a:off x="6671793" y="298609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4843" y="3014227"/>
              <a:ext cx="1037707" cy="356572"/>
            </a:xfrm>
            <a:prstGeom prst="rect">
              <a:avLst/>
            </a:prstGeom>
          </p:spPr>
        </p:pic>
      </p:grpSp>
      <p:grpSp>
        <p:nvGrpSpPr>
          <p:cNvPr id="48" name="Group 47"/>
          <p:cNvGrpSpPr/>
          <p:nvPr/>
        </p:nvGrpSpPr>
        <p:grpSpPr>
          <a:xfrm>
            <a:off x="3043329" y="3888053"/>
            <a:ext cx="1921739" cy="412844"/>
            <a:chOff x="2867527" y="3386771"/>
            <a:chExt cx="1921739" cy="412844"/>
          </a:xfrm>
        </p:grpSpPr>
        <p:sp>
          <p:nvSpPr>
            <p:cNvPr id="41" name="Rounded Rectangle 40"/>
            <p:cNvSpPr/>
            <p:nvPr/>
          </p:nvSpPr>
          <p:spPr>
            <a:xfrm>
              <a:off x="2867527" y="3386771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3735" y="3467479"/>
              <a:ext cx="1589322" cy="251429"/>
            </a:xfrm>
            <a:prstGeom prst="rect">
              <a:avLst/>
            </a:prstGeom>
          </p:spPr>
        </p:pic>
      </p:grpSp>
      <p:grpSp>
        <p:nvGrpSpPr>
          <p:cNvPr id="49" name="Group 48"/>
          <p:cNvGrpSpPr/>
          <p:nvPr/>
        </p:nvGrpSpPr>
        <p:grpSpPr>
          <a:xfrm>
            <a:off x="6521922" y="3888053"/>
            <a:ext cx="1921739" cy="412844"/>
            <a:chOff x="6442370" y="3448885"/>
            <a:chExt cx="1921739" cy="412844"/>
          </a:xfrm>
        </p:grpSpPr>
        <p:sp>
          <p:nvSpPr>
            <p:cNvPr id="40" name="Rounded Rectangle 39"/>
            <p:cNvSpPr/>
            <p:nvPr/>
          </p:nvSpPr>
          <p:spPr>
            <a:xfrm>
              <a:off x="6442370" y="3448885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2674" y="3511307"/>
              <a:ext cx="1801130" cy="288000"/>
            </a:xfrm>
            <a:prstGeom prst="rect">
              <a:avLst/>
            </a:prstGeom>
          </p:spPr>
        </p:pic>
      </p:grpSp>
      <p:grpSp>
        <p:nvGrpSpPr>
          <p:cNvPr id="50" name="Group 49"/>
          <p:cNvGrpSpPr/>
          <p:nvPr/>
        </p:nvGrpSpPr>
        <p:grpSpPr>
          <a:xfrm>
            <a:off x="3043329" y="4549572"/>
            <a:ext cx="1921739" cy="412844"/>
            <a:chOff x="2867527" y="4078478"/>
            <a:chExt cx="1921739" cy="412844"/>
          </a:xfrm>
        </p:grpSpPr>
        <p:sp>
          <p:nvSpPr>
            <p:cNvPr id="43" name="Rounded Rectangle 42"/>
            <p:cNvSpPr/>
            <p:nvPr/>
          </p:nvSpPr>
          <p:spPr>
            <a:xfrm>
              <a:off x="2867527" y="4078478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687" y="4130995"/>
              <a:ext cx="1499418" cy="307810"/>
            </a:xfrm>
            <a:prstGeom prst="rect">
              <a:avLst/>
            </a:prstGeom>
          </p:spPr>
        </p:pic>
      </p:grpSp>
      <p:grpSp>
        <p:nvGrpSpPr>
          <p:cNvPr id="51" name="Group 50"/>
          <p:cNvGrpSpPr/>
          <p:nvPr/>
        </p:nvGrpSpPr>
        <p:grpSpPr>
          <a:xfrm>
            <a:off x="6521922" y="4549572"/>
            <a:ext cx="1921739" cy="412844"/>
            <a:chOff x="6442371" y="4133101"/>
            <a:chExt cx="1921739" cy="412844"/>
          </a:xfrm>
        </p:grpSpPr>
        <p:sp>
          <p:nvSpPr>
            <p:cNvPr id="42" name="Rounded Rectangle 41"/>
            <p:cNvSpPr/>
            <p:nvPr/>
          </p:nvSpPr>
          <p:spPr>
            <a:xfrm>
              <a:off x="6442371" y="4133101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Picture 3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247" y="4161237"/>
              <a:ext cx="1823987" cy="356572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2645497" y="5211091"/>
            <a:ext cx="2717402" cy="412844"/>
            <a:chOff x="2645497" y="5211091"/>
            <a:chExt cx="2717402" cy="412844"/>
          </a:xfrm>
        </p:grpSpPr>
        <p:sp>
          <p:nvSpPr>
            <p:cNvPr id="45" name="Rounded Rectangle 44"/>
            <p:cNvSpPr/>
            <p:nvPr/>
          </p:nvSpPr>
          <p:spPr>
            <a:xfrm>
              <a:off x="2645497" y="5211091"/>
              <a:ext cx="2717402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2301" y="5284942"/>
              <a:ext cx="2186651" cy="278857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6124090" y="5211091"/>
            <a:ext cx="2717402" cy="412844"/>
            <a:chOff x="6124090" y="5211091"/>
            <a:chExt cx="2717402" cy="412844"/>
          </a:xfrm>
        </p:grpSpPr>
        <p:sp>
          <p:nvSpPr>
            <p:cNvPr id="44" name="Rounded Rectangle 43"/>
            <p:cNvSpPr/>
            <p:nvPr/>
          </p:nvSpPr>
          <p:spPr>
            <a:xfrm>
              <a:off x="6124090" y="5211091"/>
              <a:ext cx="2717402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8515" y="5265131"/>
              <a:ext cx="2649886" cy="304762"/>
            </a:xfrm>
            <a:prstGeom prst="rect">
              <a:avLst/>
            </a:prstGeom>
          </p:spPr>
        </p:pic>
      </p:grpSp>
      <p:pic>
        <p:nvPicPr>
          <p:cNvPr id="38" name="Picture 3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96" y="6025247"/>
            <a:ext cx="1584762" cy="313905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33" y="1156074"/>
            <a:ext cx="2844952" cy="230095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33" y="1638280"/>
            <a:ext cx="3128381" cy="230095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821" y="2120486"/>
            <a:ext cx="3369143" cy="230095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18872" y="2657304"/>
            <a:ext cx="8913091" cy="31522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15454" y="3132175"/>
            <a:ext cx="8913091" cy="26881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2488337" y="2657304"/>
            <a:ext cx="6547044" cy="31522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4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43" y="2017652"/>
            <a:ext cx="349288" cy="349288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379335" y="1565541"/>
            <a:ext cx="389156" cy="389156"/>
            <a:chOff x="2394109" y="2706630"/>
            <a:chExt cx="553837" cy="553837"/>
          </a:xfrm>
        </p:grpSpPr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4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109" y="2706630"/>
              <a:ext cx="553837" cy="553837"/>
            </a:xfrm>
            <a:prstGeom prst="rect">
              <a:avLst/>
            </a:prstGeom>
          </p:spPr>
        </p:pic>
        <p:cxnSp>
          <p:nvCxnSpPr>
            <p:cNvPr id="64" name="Straight Arrow Connector 63"/>
            <p:cNvCxnSpPr/>
            <p:nvPr/>
          </p:nvCxnSpPr>
          <p:spPr>
            <a:xfrm>
              <a:off x="2516679" y="3228381"/>
              <a:ext cx="43126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6" name="Picture 65"/>
          <p:cNvPicPr>
            <a:picLocks noChangeAspect="1"/>
          </p:cNvPicPr>
          <p:nvPr/>
        </p:nvPicPr>
        <p:blipFill>
          <a:blip r:embed="rId4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8" y="1071936"/>
            <a:ext cx="639765" cy="480227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023" y="2190090"/>
            <a:ext cx="1444571" cy="3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8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328"/>
            <a:ext cx="9144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Further Reading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" y="118872"/>
            <a:ext cx="8913091" cy="785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18872" y="1042939"/>
            <a:ext cx="1083806" cy="412844"/>
            <a:chOff x="6671793" y="2986091"/>
            <a:chExt cx="1083806" cy="412844"/>
          </a:xfrm>
        </p:grpSpPr>
        <p:sp>
          <p:nvSpPr>
            <p:cNvPr id="6" name="Rounded Rectangle 5"/>
            <p:cNvSpPr/>
            <p:nvPr/>
          </p:nvSpPr>
          <p:spPr>
            <a:xfrm>
              <a:off x="6671793" y="2986091"/>
              <a:ext cx="1083806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4843" y="3014227"/>
              <a:ext cx="1037707" cy="356572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118872" y="3059548"/>
            <a:ext cx="1921739" cy="412844"/>
            <a:chOff x="6442370" y="3448885"/>
            <a:chExt cx="1921739" cy="412844"/>
          </a:xfrm>
        </p:grpSpPr>
        <p:sp>
          <p:nvSpPr>
            <p:cNvPr id="9" name="Rounded Rectangle 8"/>
            <p:cNvSpPr/>
            <p:nvPr/>
          </p:nvSpPr>
          <p:spPr>
            <a:xfrm>
              <a:off x="6442370" y="3448885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2674" y="3511307"/>
              <a:ext cx="1801130" cy="288000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118872" y="5282253"/>
            <a:ext cx="1921739" cy="412844"/>
            <a:chOff x="6442371" y="4133101"/>
            <a:chExt cx="1921739" cy="412844"/>
          </a:xfrm>
        </p:grpSpPr>
        <p:sp>
          <p:nvSpPr>
            <p:cNvPr id="12" name="Rounded Rectangle 11"/>
            <p:cNvSpPr/>
            <p:nvPr/>
          </p:nvSpPr>
          <p:spPr>
            <a:xfrm>
              <a:off x="6442371" y="4133101"/>
              <a:ext cx="1921739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247" y="4161237"/>
              <a:ext cx="1823987" cy="356572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118872" y="6316876"/>
            <a:ext cx="2717402" cy="412844"/>
            <a:chOff x="6137840" y="4784694"/>
            <a:chExt cx="2717402" cy="412844"/>
          </a:xfrm>
        </p:grpSpPr>
        <p:sp>
          <p:nvSpPr>
            <p:cNvPr id="15" name="Rounded Rectangle 14"/>
            <p:cNvSpPr/>
            <p:nvPr/>
          </p:nvSpPr>
          <p:spPr>
            <a:xfrm>
              <a:off x="6137840" y="4784694"/>
              <a:ext cx="2717402" cy="41284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2265" y="4838735"/>
              <a:ext cx="2628552" cy="304762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246" y="6397583"/>
            <a:ext cx="3460571" cy="25142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48" y="1123646"/>
            <a:ext cx="4522666" cy="25142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48" y="1614631"/>
            <a:ext cx="7125332" cy="25142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29" y="5869839"/>
            <a:ext cx="7405714" cy="25142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48" y="2105616"/>
            <a:ext cx="6275046" cy="554667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750" y="3041603"/>
            <a:ext cx="4804570" cy="55466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29" y="3835826"/>
            <a:ext cx="7664762" cy="25142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29" y="4326811"/>
            <a:ext cx="6241520" cy="25142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29" y="4817796"/>
            <a:ext cx="6357330" cy="25142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3" y="5826729"/>
            <a:ext cx="292397" cy="28389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94" y="4749903"/>
            <a:ext cx="292397" cy="28389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58" y="1553045"/>
            <a:ext cx="292397" cy="2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0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904.3869"/>
  <p:tag name="LATEXADDIN" val="\documentclass{article}&#10;\usepackage{amsmath}&#10;\pagestyle{empty}&#10;\input{genericmacros.tex}&#10;\begin{document}&#10;&#10;Quantum Search&#10;&#10;\end{document}"/>
  <p:tag name="IGUANATEXSIZE" val="25"/>
  <p:tag name="IGUANATEXCURSOR" val="12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875.1406"/>
  <p:tag name="LATEXADDIN" val="\documentclass{article}&#10;\usepackage{amsmath}&#10;\pagestyle{empty}&#10;\input{genericmacros.tex}&#10;\begin{document}&#10;&#10;Quantum Walks&#10;&#10;\end{document}"/>
  <p:tag name="IGUANATEXSIZE" val="25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2080.99"/>
  <p:tag name="LATEXADDIN" val="\documentclass{article}&#10;\usepackage{amsmath}&#10;\pagestyle{empty}&#10;\input{genericmacros.tex}&#10;\begin{document}&#10;&#10;Quantum Walks with ``Less Checking''&#10;&#10;\end{document}"/>
  <p:tag name="IGUANATEXSIZE" val="25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Input:} a \emph{marked set}, $M\subseteq \Omega$&#10;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Output:} a state $u$ such that $u\in M$&#10;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\usepackage{emerald}&#10;\usepackage[T1]{fontenc}&#10;\pagestyle{empty}&#10;\begin{document}&#10;&#10;\textit{\color{rred}{A Search Problem on State Space $\Omega$}}&#10;&#10;&#10;\end{document}"/>
  <p:tag name="IGUANATEXSIZE" val="2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136.858"/>
  <p:tag name="LATEXADDIN" val="\documentclass{article}&#10;\usepackage{amsmath,amsfonts,color}&#10;\usepackage{emerald}&#10;\usepackage[T1]{fontenc}&#10;\pagestyle{empty}&#10;\begin{document}&#10;&#10;$\Omega=\{0,1\}^n\times \{0,1\}^n$&#10;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570.304"/>
  <p:tag name="LATEXADDIN" val="\documentclass{article}&#10;\usepackage{amsmath,amsfonts,color}&#10;\usepackage{emerald}&#10;\usepackage[T1]{fontenc}&#10;\pagestyle{empty}&#10;\input{genericmacros.tex}&#10;\begin{document}&#10;&#10;\textbf{Input:} $h:\{0,1\}^n\rightarrow \{0,1\}^m$ &#10;&#10;&#10;\end{document}"/>
  <p:tag name="IGUANATEXSIZE" val="20"/>
  <p:tag name="IGUANATEXCURSOR" val="2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448.069"/>
  <p:tag name="LATEXADDIN" val="\documentclass{article}&#10;\usepackage{amsmath,amsfonts,color}&#10;\definecolor{rred}{RGB}{149,55,53}&#10;\usepackage{emerald}&#10;\usepackage[T1]{fontenc}&#10;\pagestyle{empty}&#10;\begin{document}&#10;&#10;\textit{\color{rred}{Example: Collision finding}}&#10;&#10;&#10;\end{document}"/>
  <p:tag name="IGUANATEXSIZE" val="23"/>
  <p:tag name="IGUANATEXCURSOR" val="2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333.333"/>
  <p:tag name="LATEXADDIN" val="\documentclass{article}&#10;\usepackage{amsmath}&#10;\pagestyle{empty}&#10;\input{genericmacros.tex}&#10;\begin{document}&#10;&#10;specifies &#10;\color{rred}$M=\{(x,y)\in \{0,1\}^n\times \{0,1\}^n: x\neq y, h(x)=h(y)\}$&#10;&#10;\end{document}"/>
  <p:tag name="IGUANATEXSIZE" val="20"/>
  <p:tag name="IGUANATEXCURSOR" val="16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Input:} a \emph{marked set}, $M\subseteq \Omega$&#10;&#10;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Output:} a state $u$ such that $u\in M$&#10;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\usepackage{emerald}&#10;\usepackage[T1]{fontenc}&#10;\pagestyle{empty}&#10;\begin{document}&#10;&#10;\textit{\color{rred}{A Search Problem on State Space $\Omega$}}&#10;&#10;&#10;\end{document}"/>
  <p:tag name="IGUANATEXSIZE" val="2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98835"/>
  <p:tag name="ORIGINALWIDTH" val="1312.336"/>
  <p:tag name="LATEXADDIN" val="\documentclass{article}&#10;\usepackage{amsmath,amsfonts,color}&#10;\usepackage{emerald}&#10;\usepackage[T1]{fontenc}&#10;\pagestyle{empty}&#10;\input{genericmacros.tex}&#10;\begin{document}&#10;&#10;\textbf{Check:} Check if $u\in M$ &#10;&#10;&#10;\end{document}"/>
  <p:tag name="IGUANATEXSIZE" val="20"/>
  <p:tag name="IGUANATEXCURSOR" val="1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1125.609"/>
  <p:tag name="LATEXADDIN" val="\documentclass{article}&#10;\usepackage{amsmath,amsfonts,color}&#10;\definecolor{rred}{RGB}{149,55,53}&#10;\usepackage{emerald}&#10;\usepackage[T1]{fontenc}&#10;\pagestyle{empty}&#10;\begin{document}&#10;&#10;\textit{\color{rred}{Assumed subroutines}}&#10;&#10;&#10;\end{document}"/>
  <p:tag name="IGUANATEXSIZE" val="23"/>
  <p:tag name="IGUANATEXCURSOR" val="2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2298.463"/>
  <p:tag name="LATEXADDIN" val="\documentclass{article}&#10;\usepackage{amsmath,amsfonts,color}&#10;\usepackage{emerald}&#10;\usepackage[T1]{fontenc}&#10;\pagestyle{empty}&#10;\input{genericmacros.tex}&#10;\begin{document}&#10;&#10;\textbf{Sample:} Sample $u$ from $\Omega$ according to $\pi$ &#10;&#10;&#10;\end{document}"/>
  <p:tag name="IGUANATEXSIZE" val="20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Input:} a \emph{marked set}, $M\subseteq \Omega$&#10;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Output:} a state $u$ such that $u\in M$&#10;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\usepackage{emerald}&#10;\usepackage[T1]{fontenc}&#10;\pagestyle{empty}&#10;\begin{document}&#10;&#10;\textit{\color{rred}{A Search Problem on State Space $\Omega$}}&#10;&#10;&#10;\end{document}"/>
  <p:tag name="IGUANATEXSIZE" val="2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1125.609"/>
  <p:tag name="LATEXADDIN" val="\documentclass{article}&#10;\usepackage{amsmath,amsfonts,color}&#10;\definecolor{rred}{RGB}{149,55,53}&#10;\usepackage{emerald}&#10;\usepackage[T1]{fontenc}&#10;\pagestyle{empty}&#10;\begin{document}&#10;&#10;\textit{\color{rred}{Assumed subroutines}}&#10;&#10;&#10;\end{document}"/>
  <p:tag name="IGUANATEXSIZE" val="23"/>
  <p:tag name="IGUANATEXCURSOR" val="2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2298.463"/>
  <p:tag name="LATEXADDIN" val="\documentclass{article}&#10;\usepackage{amsmath,amsfonts,color}&#10;\usepackage{emerald}&#10;\usepackage[T1]{fontenc}&#10;\pagestyle{empty}&#10;\input{genericmacros.tex}&#10;\begin{document}&#10;&#10;\textbf{Sample:} Sample $u$ from $\Omega$ according to $\pi$ &#10;&#10;&#10;\end{document}"/>
  <p:tag name="IGUANATEXSIZE" val="20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327"/>
  <p:tag name="ORIGINALWIDTH" val="841.3948"/>
  <p:tag name="LATEXADDIN" val="\documentclass{article}&#10;\usepackage{amsmath}&#10;\pagestyle{empty}&#10;\input{genericmacros.tex}&#10;\begin{document}&#10;&#10;$\eps\leq \sum_{u\in M}\pi(u)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796.026"/>
  <p:tag name="LATEXADDIN" val="\documentclass{article}&#10;\usepackage{amsmath}&#10;\pagestyle{empty}&#10;\input{genericmacros.tex}&#10;\begin{document}&#10;&#10;Complexity of brute-force search: &#10;&#10;\end{document}"/>
  <p:tag name="IGUANATEXSIZE" val="20"/>
  <p:tag name="IGUANATEXCURSOR" val="1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98835"/>
  <p:tag name="ORIGINALWIDTH" val="1312.336"/>
  <p:tag name="LATEXADDIN" val="\documentclass{article}&#10;\usepackage{amsmath,amsfonts,color}&#10;\usepackage{emerald}&#10;\usepackage[T1]{fontenc}&#10;\pagestyle{empty}&#10;\input{genericmacros.tex}&#10;\begin{document}&#10;&#10;\textbf{Check:} Check if $u\in M$ &#10;&#10;&#10;\end{document}"/>
  <p:tag name="IGUANATEXSIZE" val="20"/>
  <p:tag name="IGUANATEXCURSOR" val="1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431.946"/>
  <p:tag name="LATEXADDIN" val="\documentclass{article}&#10;\usepackage{amsmath}&#10;\pagestyle{empty}&#10;\input{genericmacros.tex}&#10;\begin{document}&#10;&#10;\color{bblue}&#10;$\frac{1}{\eps}(\mathtt{S}+\mathtt{C})$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6.24299"/>
  <p:tag name="LATEXADDIN" val="\documentclass{article}&#10;\usepackage{amsmath}&#10;\pagestyle{empty}&#10;\input{genericmacros.tex}&#10;\begin{document}&#10;&#10;\color{bblue}&#10;$\mathtt{C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3.24331"/>
  <p:tag name="LATEXADDIN" val="\documentclass{article}&#10;\usepackage{amsmath}&#10;\pagestyle{empty}&#10;\input{genericmacros.tex}&#10;\begin{document}&#10;&#10;\color{bblue}&#10;$\mathtt{S}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Input:} a \emph{marked set}, $M\subseteq \Omega$&#10;&#10;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textbf{Output:} a state $u$ such that $u\in M$&#10;&#10;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\usepackage{emerald}&#10;\usepackage[T1]{fontenc}&#10;\pagestyle{empty}&#10;\begin{document}&#10;&#10;\textit{\color{rred}{A Search Problem on State Space $\Omega$}}&#10;&#10;&#10;\end{document}"/>
  <p:tag name="IGUANATEXSIZE" val="2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1125.609"/>
  <p:tag name="LATEXADDIN" val="\documentclass{article}&#10;\usepackage{amsmath,amsfonts,color}&#10;\definecolor{rred}{RGB}{149,55,53}&#10;\usepackage{emerald}&#10;\usepackage[T1]{fontenc}&#10;\pagestyle{empty}&#10;\begin{document}&#10;&#10;\textit{\color{rred}{Assumed subroutines}}&#10;&#10;&#10;\end{document}"/>
  <p:tag name="IGUANATEXSIZE" val="23"/>
  <p:tag name="IGUANATEXCURSOR" val="2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2298.463"/>
  <p:tag name="LATEXADDIN" val="\documentclass{article}&#10;\usepackage{amsmath,amsfonts,color}&#10;\usepackage{emerald}&#10;\usepackage[T1]{fontenc}&#10;\pagestyle{empty}&#10;\input{genericmacros.tex}&#10;\begin{document}&#10;&#10;\textbf{Sample:} Sample $u$ from $\Omega$ according to $\pi$ &#10;&#10;&#10;\end{document}"/>
  <p:tag name="IGUANATEXSIZE" val="20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327"/>
  <p:tag name="ORIGINALWIDTH" val="841.3948"/>
  <p:tag name="LATEXADDIN" val="\documentclass{article}&#10;\usepackage{amsmath}&#10;\pagestyle{empty}&#10;\input{genericmacros.tex}&#10;\begin{document}&#10;&#10;$\eps\leq \sum_{u\in M}\pi(u)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796.026"/>
  <p:tag name="LATEXADDIN" val="\documentclass{article}&#10;\usepackage{amsmath}&#10;\pagestyle{empty}&#10;\input{genericmacros.tex}&#10;\begin{document}&#10;&#10;Complexity of brute-force search: &#10;&#10;\end{document}"/>
  <p:tag name="IGUANATEXSIZE" val="20"/>
  <p:tag name="IGUANATEXCURSOR" val="1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688.039"/>
  <p:tag name="LATEXADDIN" val="\documentclass{article}&#10;\usepackage{amsmath}&#10;\pagestyle{empty}&#10;\input{genericmacros.tex}&#10;\begin{document}&#10;&#10;Complexity of quantum search: &#10;&#10;\end{document}"/>
  <p:tag name="IGUANATEXSIZE" val="20"/>
  <p:tag name="IGUANATEXCURSOR" val="1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98835"/>
  <p:tag name="ORIGINALWIDTH" val="1312.336"/>
  <p:tag name="LATEXADDIN" val="\documentclass{article}&#10;\usepackage{amsmath,amsfonts,color}&#10;\usepackage{emerald}&#10;\usepackage[T1]{fontenc}&#10;\pagestyle{empty}&#10;\input{genericmacros.tex}&#10;\begin{document}&#10;&#10;\textbf{Check:} Check if $u\in M$ &#10;&#10;&#10;\end{document}"/>
  <p:tag name="IGUANATEXSIZE" val="20"/>
  <p:tag name="IGUANATEXCURSOR" val="1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510.6861"/>
  <p:tag name="LATEXADDIN" val="\documentclass{article}&#10;\usepackage{amsmath}&#10;\pagestyle{empty}&#10;\input{genericmacros.tex}&#10;\begin{document}&#10;&#10;\color{bblue}&#10;$\frac{1}{\sqrt{\eps}}(\mathtt{S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431.946"/>
  <p:tag name="LATEXADDIN" val="\documentclass{article}&#10;\usepackage{amsmath}&#10;\pagestyle{empty}&#10;\input{genericmacros.tex}&#10;\begin{document}&#10;&#10;\color{bblue}&#10;$\frac{1}{\eps}(\mathtt{S}+\mathtt{C})$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6.24299"/>
  <p:tag name="LATEXADDIN" val="\documentclass{article}&#10;\usepackage{amsmath}&#10;\pagestyle{empty}&#10;\input{genericmacros.tex}&#10;\begin{document}&#10;&#10;\color{bblue}&#10;$\mathtt{C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3.24331"/>
  <p:tag name="LATEXADDIN" val="\documentclass{article}&#10;\usepackage{amsmath}&#10;\pagestyle{empty}&#10;\input{genericmacros.tex}&#10;\begin{document}&#10;&#10;\color{bblue}&#10;$\mathtt{S}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136.858"/>
  <p:tag name="LATEXADDIN" val="\documentclass{article}&#10;\usepackage{amsmath,amsfonts,color}&#10;\usepackage{emerald}&#10;\usepackage[T1]{fontenc}&#10;\pagestyle{empty}&#10;\begin{document}&#10;&#10;$\Omega=\{0,1\}^n\times \{0,1\}^n$&#10;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570.304"/>
  <p:tag name="LATEXADDIN" val="\documentclass{article}&#10;\usepackage{amsmath,amsfonts,color}&#10;\usepackage{emerald}&#10;\usepackage[T1]{fontenc}&#10;\pagestyle{empty}&#10;\input{genericmacros.tex}&#10;\begin{document}&#10;&#10;\textbf{Input:} $h:\{0,1\}^n\rightarrow \{0,1\}^m$ &#10;&#10;&#10;\end{document}"/>
  <p:tag name="IGUANATEXSIZE" val="20"/>
  <p:tag name="IGUANATEXCURSOR" val="2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448.069"/>
  <p:tag name="LATEXADDIN" val="\documentclass{article}&#10;\usepackage{amsmath,amsfonts,color}&#10;\definecolor{rred}{RGB}{149,55,53}&#10;\usepackage{emerald}&#10;\usepackage[T1]{fontenc}&#10;\pagestyle{empty}&#10;\begin{document}&#10;&#10;\textit{\color{rred}{Example: Collision finding}}&#10;&#10;&#10;\end{document}"/>
  <p:tag name="IGUANATEXSIZE" val="23"/>
  <p:tag name="IGUANATEXCURSOR" val="2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333.333"/>
  <p:tag name="LATEXADDIN" val="\documentclass{article}&#10;\usepackage{amsmath}&#10;\pagestyle{empty}&#10;\input{genericmacros.tex}&#10;\begin{document}&#10;&#10;specifies &#10;\color{rred}$M=\{(x,y)\in \{0,1\}^n\times \{0,1\}^n: x\neq y, h(x)=h(y)\}$&#10;&#10;\end{document}"/>
  <p:tag name="IGUANATEXSIZE" val="20"/>
  <p:tag name="IGUANATEXCURSOR" val="16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950.881"/>
  <p:tag name="LATEXADDIN" val="\documentclass{article}&#10;\usepackage{amsmath}&#10;\pagestyle{empty}&#10;\input{genericmacros.tex}&#10;\begin{document}&#10;&#10;Sample uniform $(x,y)\in \{0,1\}^n\times\{0,1\}^n$: \color{bblue}$\mathtt{S}=\mathrm{poly}(n)$&#10;&#10;\end{document}"/>
  <p:tag name="IGUANATEXSIZE" val="20"/>
  <p:tag name="IGUANATEXCURSOR" val="17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310.461"/>
  <p:tag name="LATEXADDIN" val="\documentclass{article}&#10;\usepackage{amsmath}&#10;\pagestyle{empty}&#10;\input{genericmacros.tex}&#10;\begin{document}&#10;&#10;Check $x\neq y$ and $h(x)=h(y)$: \color{bblue}$\mathtt{C}=\mathrm{poly}(n)$&#10;&#10;\end{document}"/>
  <p:tag name="IGUANATEXSIZE" val="20"/>
  <p:tag name="IGUANATEXCURSOR" val="16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1663.292"/>
  <p:tag name="LATEXADDIN" val="\documentclass{article}&#10;\usepackage{amsmath}&#10;\pagestyle{empty}&#10;\input{genericmacros.tex}&#10;\begin{document}&#10;&#10;Probability $(x,y)\in M$: \color{bblue}$\eps\approx \frac{1}{2^n}$&#10;&#10;\end{document}"/>
  <p:tag name="IGUANATEXSIZE" val="20"/>
  <p:tag name="IGUANATEXCURSOR" val="14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1136.858"/>
  <p:tag name="LATEXADDIN" val="\documentclass{article}&#10;\usepackage{amsmath}&#10;\pagestyle{empty}&#10;\input{genericmacros.tex}&#10;\begin{document}&#10;\color{bblue}&#10;$\frac{1}{\eps}(\mathtt{C}+\mathtt{S})=2^n\mathrm{poly}(n)$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1316.835"/>
  <p:tag name="LATEXADDIN" val="\documentclass{article}&#10;\usepackage{amsmath}&#10;\pagestyle{empty}&#10;\input{genericmacros.tex}&#10;\begin{document}&#10;\color{bblue}&#10;$\frac{1}{\sqrt{\eps}}(\mathtt{C}+\mathtt{S})=2^{n/2}\mathrm{poly}(n)$&#10;&#10;\end{document}"/>
  <p:tag name="IGUANATEXSIZE" val="20"/>
  <p:tag name="IGUANATEXCURSOR" val="17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289.089"/>
  <p:tag name="LATEXADDIN" val="\documentclass{article}&#10;\usepackage{amsmath}&#10;\pagestyle{empty}&#10;\input{genericmacros.tex}&#10;\begin{document}&#10;&#10;\color{rred}\it&#10;Classical pre-processing: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.7364"/>
  <p:tag name="ORIGINALWIDTH" val="836.1455"/>
  <p:tag name="LATEXADDIN" val="\documentclass{article}&#10;\usepackage{amsmath,amsfonts,color}&#10;\definecolor{rred}{RGB}{149,55,53}&#10;&#10;\pagestyle{empty}&#10;\begin{document}&#10;&#10;For $i=1,\dots, t$:&#10;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&#10;\pagestyle{empty}&#10;\begin{document}&#10;&#10;\texttt{Initialize an empty list $L$}&#10;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168.354"/>
  <p:tag name="LATEXADDIN" val="\documentclass{article}&#10;\usepackage{amsmath,amsfonts,color}&#10;\definecolor{rred}{RGB}{149,55,53}&#10;&#10;\pagestyle{empty}&#10;\begin{document}&#10;&#10;\texttt{Insert $(x_i,h(x_i))$ into $L$ in sorted order (by $h(x_i)$)}&#10;&#10;&#10;\end{document}"/>
  <p:tag name="IGUANATEXSIZE" val="20"/>
  <p:tag name="IGUANATEXCURSOR" val="19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058.493"/>
  <p:tag name="LATEXADDIN" val="\documentclass{article}&#10;\usepackage{amsmath}&#10;\pagestyle{empty}&#10;\input{genericmacros.tex}&#10;\begin{document}&#10;&#10;\texttt{Sample uniform random $x_i\in\{0,1\}^n$}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022.872"/>
  <p:tag name="LATEXADDIN" val="\documentclass{article}&#10;\usepackage{amsmath}&#10;\pagestyle{empty}&#10;\input{genericmacros.tex}&#10;\begin{document}&#10;&#10;\color{rred}\it&#10;(Quantum) Search: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12.223"/>
  <p:tag name="LATEXADDIN" val="\documentclass{article}&#10;\usepackage{amsmath,amsfonts,color}&#10;\definecolor{rred}{RGB}{149,55,53}&#10;&#10;\pagestyle{empty}&#10;\begin{document}&#10;&#10;\parbox{5in}{&#10;\noindent \textbf{Sampling: } Sample uniform $y\in\{0,1\}^n$\\&#10;%\phantom{\textbf{Sampling: }} and compute $h(y)$&#10;}&#10;&#10;\end{document}"/>
  <p:tag name="IGUANATEXSIZE" val="20"/>
  <p:tag name="IGUANATEXCURSOR" val="2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.9659"/>
  <p:tag name="ORIGINALWIDTH" val="2926.884"/>
  <p:tag name="LATEXADDIN" val="\documentclass{article}&#10;\usepackage{amsmath,amsfonts,color}&#10;\definecolor{rred}{RGB}{149,55,53}&#10;&#10;\pagestyle{empty}&#10;\begin{document}&#10;&#10;\parbox{5in}{&#10;\noindent \textbf{Checking: }Check if $(x,h(y))$ appears anywhere in $L$,\\&#10;\phantom{\textbf{Checking: }}and if so, output $(x,y)$&#10;}&#10;&#10;\end{document}"/>
  <p:tag name="IGUANATEXSIZE" val="20"/>
  <p:tag name="IGUANATEXCURSOR" val="2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347.2066"/>
  <p:tag name="LATEXADDIN" val="\documentclass{article}&#10;\usepackage{amsmath,amsfonts,color}&#10;\definecolor{rred}{RGB}{149,55,53}&#10;\include{genericmacros}&#10;\pagestyle{empty}&#10;\begin{document}&#10;\color{bblue}&#10;$\varepsilon=\frac{t}{2^{n}}$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75.74055"/>
  <p:tag name="LATEXADDIN" val="\documentclass{article}&#10;\usepackage{amsmath}&#10;\pagestyle{empty}&#10;\input{genericmacros.tex}&#10;\begin{document}&#10;&#10;$L$&#10;&#10;\end{document}"/>
  <p:tag name="IGUANATEXSIZE" val="20"/>
  <p:tag name="IGUANATEXCURSOR" val="1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23.922"/>
  <p:tag name="LATEXADDIN" val="\documentclass{article}&#10;\usepackage{amsmath}&#10;\pagestyle{empty}&#10;\input{genericmacros.tex}&#10;\begin{document}&#10;&#10;\color{bblue}&#10;$\mathtt{C}=\mathrm{poly}(n)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22.4222"/>
  <p:tag name="LATEXADDIN" val="\documentclass{article}&#10;\usepackage{amsmath}&#10;\pagestyle{empty}&#10;\input{genericmacros.tex}&#10;\begin{document}&#10;&#10;\color{bblue}&#10;$\mathtt{S}=\mathrm{poly}(n)$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460.4424"/>
  <p:tag name="LATEXADDIN" val="\documentclass{article}&#10;\usepackage{amsmath}&#10;\pagestyle{empty}&#10;\input{genericmacros.tex}&#10;\begin{document}&#10;&#10;\color{bblue}&#10;$t\,\mathrm{poly}(n)$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289.089"/>
  <p:tag name="LATEXADDIN" val="\documentclass{article}&#10;\usepackage{amsmath}&#10;\pagestyle{empty}&#10;\input{genericmacros.tex}&#10;\begin{document}&#10;&#10;\color{rred}\it&#10;Classical pre-processing: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.7364"/>
  <p:tag name="ORIGINALWIDTH" val="836.1455"/>
  <p:tag name="LATEXADDIN" val="\documentclass{article}&#10;\usepackage{amsmath,amsfonts,color}&#10;\definecolor{rred}{RGB}{149,55,53}&#10;&#10;\pagestyle{empty}&#10;\begin{document}&#10;&#10;For $i=1,\dots, t$:&#10;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&#10;\pagestyle{empty}&#10;\begin{document}&#10;&#10;\texttt{Initialize an empty list $L$}&#10;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168.354"/>
  <p:tag name="LATEXADDIN" val="\documentclass{article}&#10;\usepackage{amsmath,amsfonts,color}&#10;\definecolor{rred}{RGB}{149,55,53}&#10;&#10;\pagestyle{empty}&#10;\begin{document}&#10;&#10;\texttt{Insert $(x_i,h(x_i))$ into $L$ in sorted order (by $h(x_i)$)}&#10;&#10;&#10;\end{document}"/>
  <p:tag name="IGUANATEXSIZE" val="20"/>
  <p:tag name="IGUANATEXCURSOR" val="19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058.493"/>
  <p:tag name="LATEXADDIN" val="\documentclass{article}&#10;\usepackage{amsmath}&#10;\pagestyle{empty}&#10;\input{genericmacros.tex}&#10;\begin{document}&#10;&#10;\texttt{Sample uniform random $x_i\in\{0,1\}^n$}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022.872"/>
  <p:tag name="LATEXADDIN" val="\documentclass{article}&#10;\usepackage{amsmath}&#10;\pagestyle{empty}&#10;\input{genericmacros.tex}&#10;\begin{document}&#10;&#10;\color{rred}\it&#10;(Quantum) Search: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12.223"/>
  <p:tag name="LATEXADDIN" val="\documentclass{article}&#10;\usepackage{amsmath,amsfonts,color}&#10;\definecolor{rred}{RGB}{149,55,53}&#10;&#10;\pagestyle{empty}&#10;\begin{document}&#10;&#10;\parbox{5in}{&#10;\noindent \textbf{Sampling: } Sample uniform $y\in\{0,1\}^n$\\&#10;%\phantom{\textbf{Sampling: }} and compute $h(y)$&#10;}&#10;&#10;\end{document}"/>
  <p:tag name="IGUANATEXSIZE" val="20"/>
  <p:tag name="IGUANATEXCURSOR" val="2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.9659"/>
  <p:tag name="ORIGINALWIDTH" val="2926.884"/>
  <p:tag name="LATEXADDIN" val="\documentclass{article}&#10;\usepackage{amsmath,amsfonts,color}&#10;\definecolor{rred}{RGB}{149,55,53}&#10;&#10;\pagestyle{empty}&#10;\begin{document}&#10;&#10;\parbox{5in}{&#10;\noindent \textbf{Checking: }Check if $(x,h(y))$ appears anywhere in $L$,\\&#10;\phantom{\textbf{Checking: }}and if so, output $(x,y)$&#10;}&#10;&#10;\end{document}"/>
  <p:tag name="IGUANATEXSIZE" val="20"/>
  <p:tag name="IGUANATEXCURSOR" val="2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347.2066"/>
  <p:tag name="LATEXADDIN" val="\documentclass{article}&#10;\usepackage{amsmath,amsfonts,color}&#10;\definecolor{rred}{RGB}{149,55,53}&#10;\include{genericmacros}&#10;\pagestyle{empty}&#10;\begin{document}&#10;\color{bblue}&#10;$\varepsilon=\frac{t}{2^{n}}$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88.189"/>
  <p:tag name="LATEXADDIN" val="\documentclass{article}&#10;\usepackage{amsmath}&#10;\pagestyle{empty}&#10;\input{genericmacros.tex}&#10;\begin{document}&#10;&#10;Classical: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753.6558"/>
  <p:tag name="LATEXADDIN" val="\documentclass{article}&#10;\usepackage{amsmath}&#10;\pagestyle{empty}&#10;\input{genericmacros.tex}&#10;\begin{document}&#10;&#10;when $t=2^{n/2}$&#10;&#10;\end{document}"/>
  <p:tag name="IGUANATEXSIZE" val="20"/>
  <p:tag name="IGUANATEXCURSOR" val="1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.9802"/>
  <p:tag name="ORIGINALWIDTH" val="1147.357"/>
  <p:tag name="LATEXADDIN" val="\documentclass{article}&#10;\usepackage{amsmath}&#10;\pagestyle{empty}&#10;\input{genericmacros.tex}&#10;\begin{document}&#10;&#10;\color{bblue}&#10;$\frac{1}{\eps}(\mathtt{S}+\mathtt{C})=\frac{2^n}{t}\mathrm{poly}(n)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.2302"/>
  <p:tag name="ORIGINALWIDTH" val="720.6599"/>
  <p:tag name="LATEXADDIN" val="\documentclass{article}&#10;\usepackage{amsmath}&#10;\pagestyle{empty}&#10;\input{genericmacros.tex}&#10;\begin{document}&#10;&#10;\color{bblue}&#10;$t+\frac{2^n}{t}=2^{n/2}$&#10;&#10;\end{document}"/>
  <p:tag name="IGUANATEXSIZE" val="20"/>
  <p:tag name="IGUANATEXCURSOR" val="14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23.922"/>
  <p:tag name="LATEXADDIN" val="\documentclass{article}&#10;\usepackage{amsmath}&#10;\pagestyle{empty}&#10;\input{genericmacros.tex}&#10;\begin{document}&#10;&#10;\color{bblue}&#10;$\mathtt{C}=\mathrm{poly}(n)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22.4222"/>
  <p:tag name="LATEXADDIN" val="\documentclass{article}&#10;\usepackage{amsmath}&#10;\pagestyle{empty}&#10;\input{genericmacros.tex}&#10;\begin{document}&#10;&#10;\color{bblue}&#10;$\mathtt{S}=\mathrm{poly}(n)$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460.4424"/>
  <p:tag name="LATEXADDIN" val="\documentclass{article}&#10;\usepackage{amsmath}&#10;\pagestyle{empty}&#10;\input{genericmacros.tex}&#10;\begin{document}&#10;&#10;\color{bblue}&#10;$t\,\mathrm{poly}(n)$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289.089"/>
  <p:tag name="LATEXADDIN" val="\documentclass{article}&#10;\usepackage{amsmath}&#10;\pagestyle{empty}&#10;\input{genericmacros.tex}&#10;\begin{document}&#10;&#10;\color{rred}\it&#10;Classical pre-processing: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.7364"/>
  <p:tag name="ORIGINALWIDTH" val="836.1455"/>
  <p:tag name="LATEXADDIN" val="\documentclass{article}&#10;\usepackage{amsmath,amsfonts,color}&#10;\definecolor{rred}{RGB}{149,55,53}&#10;&#10;\pagestyle{empty}&#10;\begin{document}&#10;&#10;For $i=1,\dots, t$:&#10;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definecolor{rred}{RGB}{149,55,53}&#10;&#10;\pagestyle{empty}&#10;\begin{document}&#10;&#10;\texttt{Initialize an empty list $L$}&#10;&#10;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168.354"/>
  <p:tag name="LATEXADDIN" val="\documentclass{article}&#10;\usepackage{amsmath,amsfonts,color}&#10;\definecolor{rred}{RGB}{149,55,53}&#10;&#10;\pagestyle{empty}&#10;\begin{document}&#10;&#10;\texttt{Insert $(x_i,h(x_i))$ into $L$ in sorted order (by $h(x_i)$)}&#10;&#10;&#10;\end{document}"/>
  <p:tag name="IGUANATEXSIZE" val="20"/>
  <p:tag name="IGUANATEXCURSOR" val="19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058.493"/>
  <p:tag name="LATEXADDIN" val="\documentclass{article}&#10;\usepackage{amsmath}&#10;\pagestyle{empty}&#10;\input{genericmacros.tex}&#10;\begin{document}&#10;&#10;\texttt{Sample uniform random $x_i\in\{0,1\}^n$}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022.872"/>
  <p:tag name="LATEXADDIN" val="\documentclass{article}&#10;\usepackage{amsmath}&#10;\pagestyle{empty}&#10;\input{genericmacros.tex}&#10;\begin{document}&#10;&#10;\color{rred}\it&#10;(Quantum) Search: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12.223"/>
  <p:tag name="LATEXADDIN" val="\documentclass{article}&#10;\usepackage{amsmath,amsfonts,color}&#10;\definecolor{rred}{RGB}{149,55,53}&#10;&#10;\pagestyle{empty}&#10;\begin{document}&#10;&#10;\parbox{5in}{&#10;\noindent \textbf{Sampling: } Sample uniform $y\in\{0,1\}^n$\\&#10;%\phantom{\textbf{Sampling: }} and compute $h(y)$&#10;}&#10;&#10;\end{document}"/>
  <p:tag name="IGUANATEXSIZE" val="20"/>
  <p:tag name="IGUANATEXCURSOR" val="2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.9659"/>
  <p:tag name="ORIGINALWIDTH" val="2926.884"/>
  <p:tag name="LATEXADDIN" val="\documentclass{article}&#10;\usepackage{amsmath,amsfonts,color}&#10;\definecolor{rred}{RGB}{149,55,53}&#10;&#10;\pagestyle{empty}&#10;\begin{document}&#10;&#10;\parbox{5in}{&#10;\noindent \textbf{Checking: }Check if $(x,h(y))$ appears anywhere in $L$,\\&#10;\phantom{\textbf{Checking: }}and if so, output $(x,y)$&#10;}&#10;&#10;\end{document}"/>
  <p:tag name="IGUANATEXSIZE" val="20"/>
  <p:tag name="IGUANATEXCURSOR" val="2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347.2066"/>
  <p:tag name="LATEXADDIN" val="\documentclass{article}&#10;\usepackage{amsmath,amsfonts,color}&#10;\definecolor{rred}{RGB}{149,55,53}&#10;\include{genericmacros}&#10;\pagestyle{empty}&#10;\begin{document}&#10;\color{bblue}&#10;$\varepsilon=\frac{t}{2^{n}}$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88.189"/>
  <p:tag name="LATEXADDIN" val="\documentclass{article}&#10;\usepackage{amsmath}&#10;\pagestyle{empty}&#10;\input{genericmacros.tex}&#10;\begin{document}&#10;&#10;Classical: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753.6558"/>
  <p:tag name="LATEXADDIN" val="\documentclass{article}&#10;\usepackage{amsmath}&#10;\pagestyle{empty}&#10;\input{genericmacros.tex}&#10;\begin{document}&#10;&#10;when $t=2^{n/2}$&#10;&#10;\end{document}"/>
  <p:tag name="IGUANATEXSIZE" val="20"/>
  <p:tag name="IGUANATEXCURSOR" val="1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532.4335"/>
  <p:tag name="LATEXADDIN" val="\documentclass{article}&#10;\usepackage{amsmath}&#10;\pagestyle{empty}&#10;\input{genericmacros.tex}&#10;\begin{document}&#10;&#10;Quantum:&#10;&#10;\end{document}"/>
  <p:tag name="IGUANATEXSIZE" val="20"/>
  <p:tag name="IGUANATEXCURSOR" val="11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754.4056"/>
  <p:tag name="LATEXADDIN" val="\documentclass{article}&#10;\usepackage{amsmath}&#10;\pagestyle{empty}&#10;\input{genericmacros.tex}&#10;\begin{document}&#10;&#10;when $t=2^{n/3}$&#10;&#10;\end{document}"/>
  <p:tag name="IGUANATEXSIZE" val="20"/>
  <p:tag name="IGUANATEXCURSOR" val="12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845.8942"/>
  <p:tag name="LATEXADDIN" val="\documentclass{article}&#10;\usepackage{amsmath}&#10;\pagestyle{empty}&#10;\input{genericmacros.tex}&#10;\begin{document}&#10;&#10;\color{bblue}&#10;$t+\sqrt{\frac{2^n}{t}}=2^{n/3}$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351.331"/>
  <p:tag name="LATEXADDIN" val="\documentclass{article}&#10;\usepackage{amsmath}&#10;\pagestyle{empty}&#10;\input{genericmacros.tex}&#10;\begin{document}&#10;&#10;\color{bblue}&#10;$\frac{1}{\sqrt{\eps}}(\mathtt{S}+\mathtt{C})=\sqrt{\frac{2^n}{t}}\mathrm{poly}(n)$&#10;&#10;\end{document}"/>
  <p:tag name="IGUANATEXSIZE" val="20"/>
  <p:tag name="IGUANATEXCURSOR" val="1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.2302"/>
  <p:tag name="ORIGINALWIDTH" val="720.6599"/>
  <p:tag name="LATEXADDIN" val="\documentclass{article}&#10;\usepackage{amsmath}&#10;\pagestyle{empty}&#10;\input{genericmacros.tex}&#10;\begin{document}&#10;&#10;\color{bblue}&#10;$t+\frac{2^n}{t}=2^{n/2}$&#10;&#10;\end{document}"/>
  <p:tag name="IGUANATEXSIZE" val="20"/>
  <p:tag name="IGUANATEXCURSOR" val="14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23.922"/>
  <p:tag name="LATEXADDIN" val="\documentclass{article}&#10;\usepackage{amsmath}&#10;\pagestyle{empty}&#10;\input{genericmacros.tex}&#10;\begin{document}&#10;&#10;\color{bblue}&#10;$\mathtt{C}=\mathrm{poly}(n)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22.4222"/>
  <p:tag name="LATEXADDIN" val="\documentclass{article}&#10;\usepackage{amsmath}&#10;\pagestyle{empty}&#10;\input{genericmacros.tex}&#10;\begin{document}&#10;&#10;\color{bblue}&#10;$\mathtt{S}=\mathrm{poly}(n)$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460.4424"/>
  <p:tag name="LATEXADDIN" val="\documentclass{article}&#10;\usepackage{amsmath}&#10;\pagestyle{empty}&#10;\input{genericmacros.tex}&#10;\begin{document}&#10;&#10;\color{bblue}&#10;$t\,\mathrm{poly}(n)$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1043.12"/>
  <p:tag name="LATEXADDIN" val="\documentclass{article}&#10;\usepackage{amsmath}&#10;\pagestyle{empty}&#10;\input{genericmacros.tex}&#10;\begin{document}&#10;&#10;$$%P[u,v] &#10;= \left\{\begin{array}{ll}&#10;\frac{1}{d_u} &amp; \mbox{if }{\color{bblue}uv}\in E\\&#10;0 &amp; \mbox{else}&#10;\end{array}\right.$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440.195"/>
  <p:tag name="LATEXADDIN" val="\documentclass{article}&#10;\usepackage{amsmath}&#10;\pagestyle{empty}&#10;\input{genericmacros.tex}&#10;\begin{document}&#10;&#10;{\color{bblue}$P[u,v]=$} probability of going to {\color{bblue}$v$} &#10;when at {\color{bblue}$u$}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725.534"/>
  <p:tag name="LATEXADDIN" val="\documentclass{article}&#10;\usepackage{amsmath}&#10;\pagestyle{empty}&#10;\input{genericmacros.tex}&#10;\begin{document}&#10;&#10;stationary distribution: \color{bblue}$P\pi=\pi$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804.6495"/>
  <p:tag name="LATEXADDIN" val="\documentclass{article}&#10;\usepackage{amsmath}&#10;\pagestyle{empty}&#10;\input{genericmacros.tex}&#10;\begin{document}&#10;&#10;mixing time: \color{bblue}$\frac{1}{\delta}$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328"/>
  <p:tag name="ORIGINALWIDTH" val="549.6813"/>
  <p:tag name="LATEXADDIN" val="\documentclass{article}&#10;\usepackage{amsmath}&#10;\pagestyle{empty}&#10;\input{genericmacros.tex}&#10;\begin{document}&#10;&#10;\color{bblue}&#10;$P^{1/\delta}\rho \approx \pi$&#10;&#10;\end{document}"/>
  <p:tag name="IGUANATEXSIZE" val="20"/>
  <p:tag name="IGUANATEXCURSOR" val="12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9666"/>
  <p:tag name="ORIGINALWIDTH" val="1125.609"/>
  <p:tag name="LATEXADDIN" val="\documentclass{article}&#10;\usepackage{amsmath}&#10;\pagestyle{empty}&#10;\input{genericmacros.tex}&#10;\begin{document}&#10;&#10;\parbox{2in}{\raggedright&#10;\textbf{Update:} If at {\color{bblue}$u$},\\&#10; sample {\color{bblue}$v$} from $P[u,\cdot]$&#10;}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1082.115"/>
  <p:tag name="LATEXADDIN" val="\documentclass{article}&#10;\usepackage{amsmath}&#10;\pagestyle{empty}&#10;\input{genericmacros.tex}&#10;\begin{document}&#10;&#10;\parbox{2in}{\raggedright&#10;\textbf{Check:} If at {\color{bblue}$u$},\\&#10; check if {\color{bblue}$u$} is {\color{red}marked}&#10;}&#10;\end{document}"/>
  <p:tag name="IGUANATEXSIZE" val="20"/>
  <p:tag name="IGUANATEXCURSOR" val="2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073.491"/>
  <p:tag name="LATEXADDIN" val="\documentclass{article}&#10;\usepackage{amsmath}&#10;\pagestyle{empty}&#10;\input{genericmacros.tex}&#10;\begin{document}&#10;&#10;\textbf{Random Walk Search Algorithm:}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977.1279"/>
  <p:tag name="LATEXADDIN" val="\documentclass{article}&#10;\usepackage{amsmath}&#10;\pagestyle{empty}&#10;\input{genericmacros.tex}&#10;\begin{document}&#10;&#10;{\tt Repeat $T$ times:}&#10;&#10;\end{document}"/>
  <p:tag name="IGUANATEXSIZE" val="20"/>
  <p:tag name="IGUANATEXCURSOR" val="1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383.952"/>
  <p:tag name="LATEXADDIN" val="\documentclass{article}&#10;\usepackage{amsmath}&#10;\pagestyle{empty}&#10;\input{genericmacros.tex}&#10;\begin{document}&#10;&#10;{\tt Update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320.21"/>
  <p:tag name="LATEXADDIN" val="\documentclass{article}&#10;\usepackage{amsmath}&#10;\pagestyle{empty}&#10;\input{genericmacros.tex}&#10;\begin{document}&#10;&#10;{\tt Check}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2071.991"/>
  <p:tag name="LATEXADDIN" val="\documentclass{article}&#10;\usepackage{amsmath}&#10;\pagestyle{empty}&#10;\input{genericmacros.tex}&#10;\begin{document}&#10;&#10;{\tt If current vertex {\color{red}marked}, output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96.288"/>
  <p:tag name="LATEXADDIN" val="\documentclass{article}&#10;\usepackage{amsmath}&#10;\pagestyle{empty}&#10;\input{genericmacros.tex}&#10;\begin{document}&#10;\tt&#10;Start at a random vertex $u$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1109.111"/>
  <p:tag name="LATEXADDIN" val="\documentclass{article}&#10;\usepackage{amsmath}&#10;\pagestyle{empty}&#10;\input{genericmacros.tex}&#10;\begin{document}&#10;&#10;\parbox{2in}{\raggedright&#10;\textbf{Sample:} Sample an\\&#10;initial vertex&#10;}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4043.494"/>
  <p:tag name="LATEXADDIN" val="\documentclass{article}&#10;\usepackage{amsmath,bm}&#10;\pagestyle{empty}&#10;\input{genericmacros.tex}&#10;\begin{document}&#10;&#10;\parbox{4.5in}{&#10;\textbf{Hitting time (HT)}: Expected number of steps to get to a {\color{red}marked} vertex\\&#10;\phantom{\textbf{Hitting time (HT)}:} starting from the \emph{stationary distribution} $\pi$. &#10;}&#10;\end{document}"/>
  <p:tag name="IGUANATEXSIZE" val="20"/>
  <p:tag name="IGUANATEXCURSOR" val="3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4043.494"/>
  <p:tag name="LATEXADDIN" val="\documentclass{article}&#10;\usepackage{amsmath,bm}&#10;\pagestyle{empty}&#10;\input{genericmacros.tex}&#10;\begin{document}&#10;&#10;\parbox{4.5in}{&#10;\textbf{Hitting time (HT)}: Expected number of steps to get to a {\color{red}marked} vertex\\&#10;\phantom{\textbf{Hitting time (HT)}:} starting from the \emph{stationary distribution} $\pi$. &#10;}&#10;\end{document}"/>
  <p:tag name="IGUANATEXSIZE" val="20"/>
  <p:tag name="IGUANATEXCURSOR" val="3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9666"/>
  <p:tag name="ORIGINALWIDTH" val="1125.609"/>
  <p:tag name="LATEXADDIN" val="\documentclass{article}&#10;\usepackage{amsmath}&#10;\pagestyle{empty}&#10;\input{genericmacros.tex}&#10;\begin{document}&#10;&#10;\parbox{2in}{\raggedright&#10;\textbf{Update:} If at {\color{bblue}$u$},\\&#10; sample {\color{bblue}$v$} from $P[u,\cdot]$&#10;}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1082.115"/>
  <p:tag name="LATEXADDIN" val="\documentclass{article}&#10;\usepackage{amsmath}&#10;\pagestyle{empty}&#10;\input{genericmacros.tex}&#10;\begin{document}&#10;&#10;\parbox{2in}{\raggedright&#10;\textbf{Check:} If at {\color{bblue}$u$},\\&#10; check if {\color{bblue}$u$} is {\color{red}marked}&#10;}&#10;\end{document}"/>
  <p:tag name="IGUANATEXSIZE" val="20"/>
  <p:tag name="IGUANATEXCURSOR" val="2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073.491"/>
  <p:tag name="LATEXADDIN" val="\documentclass{article}&#10;\usepackage{amsmath}&#10;\pagestyle{empty}&#10;\input{genericmacros.tex}&#10;\begin{document}&#10;&#10;\textbf{Random Walk Search Algorithm:}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091.114"/>
  <p:tag name="LATEXADDIN" val="\documentclass{article}&#10;\usepackage{amsmath}&#10;\pagestyle{empty}&#10;\input{genericmacros.tex}&#10;\begin{document}&#10;&#10;{\tt Repeat {\color{bblue}$HT$} times:}&#10;&#10;\end{document}"/>
  <p:tag name="IGUANATEXSIZE" val="20"/>
  <p:tag name="IGUANATEXCURSOR" val="1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383.952"/>
  <p:tag name="LATEXADDIN" val="\documentclass{article}&#10;\usepackage{amsmath}&#10;\pagestyle{empty}&#10;\input{genericmacros.tex}&#10;\begin{document}&#10;&#10;{\tt Update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320.21"/>
  <p:tag name="LATEXADDIN" val="\documentclass{article}&#10;\usepackage{amsmath}&#10;\pagestyle{empty}&#10;\input{genericmacros.tex}&#10;\begin{document}&#10;&#10;{\tt Check}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2071.991"/>
  <p:tag name="LATEXADDIN" val="\documentclass{article}&#10;\usepackage{amsmath}&#10;\pagestyle{empty}&#10;\input{genericmacros.tex}&#10;\begin{document}&#10;&#10;{\tt If current vertex {\color{red}marked}, output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2227.971"/>
  <p:tag name="LATEXADDIN" val="\documentclass{article}&#10;\usepackage{amsmath}&#10;\pagestyle{empty}&#10;\input{genericmacros.tex}&#10;\begin{document}&#10;\tt&#10;Start at a vertex $u$ \color{bblue}sampled from $\pi$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1109.111"/>
  <p:tag name="LATEXADDIN" val="\documentclass{article}&#10;\usepackage{amsmath}&#10;\pagestyle{empty}&#10;\input{genericmacros.tex}&#10;\begin{document}&#10;&#10;\parbox{2in}{\raggedright&#10;\textbf{Sample:} Sample an\\&#10;initial vertex&#10;}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61.9423"/>
  <p:tag name="LATEXADDIN" val="\documentclass{article}&#10;\usepackage{amsmath}&#10;\pagestyle{empty}&#10;\input{genericmacros.tex}&#10;\begin{document}&#10;&#10;Classical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506.1867"/>
  <p:tag name="LATEXADDIN" val="\documentclass{article}&#10;\usepackage{amsmath}&#10;\pagestyle{empty}&#10;\input{genericmacros.tex}&#10;\begin{document}&#10;&#10;Quantum&#10;&#10;\end{document}"/>
  <p:tag name="IGUANATEXSIZE" val="20"/>
  <p:tag name="IGUANATEXCURSOR" val="11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1002.625"/>
  <p:tag name="LATEXADDIN" val="\documentclass{article}&#10;\usepackage{amsmath}&#10;\pagestyle{empty}&#10;\input{genericmacros.tex}&#10;\begin{document}&#10;&#10;Brute-force Search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743.1571"/>
  <p:tag name="LATEXADDIN" val="\documentclass{article}&#10;\usepackage{amsmath}&#10;\pagestyle{empty}&#10;\input{genericmacros.tex}&#10;\begin{document}&#10;&#10;Random walk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710.9111"/>
  <p:tag name="LATEXADDIN" val="\documentclass{article}&#10;\usepackage{amsmath}&#10;\pagestyle{empty}&#10;\input{genericmacros.tex}&#10;\begin{document}&#10;&#10;$\frac{1}{\eps}\leq HT \leq \frac{1}{\eps\delta}$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886.3892"/>
  <p:tag name="LATEXADDIN" val="\documentclass{article}&#10;\usepackage{amsmath}&#10;\pagestyle{empty}&#10;\input{genericmacros.tex}&#10;\begin{document}&#10;&#10;\color{bblue}&#10;$\mathtt{S}+\sqrt{HT}(\mathtt{U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782.1522"/>
  <p:tag name="LATEXADDIN" val="\documentclass{article}&#10;\usepackage{amsmath}&#10;\pagestyle{empty}&#10;\input{genericmacros.tex}&#10;\begin{document}&#10;&#10;\color{bblue}&#10;$\mathtt{S}+HT(\mathtt{U}+\mathtt{C})$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510.6861"/>
  <p:tag name="LATEXADDIN" val="\documentclass{article}&#10;\usepackage{amsmath}&#10;\pagestyle{empty}&#10;\input{genericmacros.tex}&#10;\begin{document}&#10;&#10;\color{bblue}&#10;$\frac{1}{\sqrt{\eps}}(\mathtt{S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431.946"/>
  <p:tag name="LATEXADDIN" val="\documentclass{article}&#10;\usepackage{amsmath}&#10;\pagestyle{empty}&#10;\input{genericmacros.tex}&#10;\begin{document}&#10;&#10;\color{bblue}&#10;$\frac{1}{\eps}(\mathtt{S}+\mathtt{C})$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6.24299"/>
  <p:tag name="LATEXADDIN" val="\documentclass{article}&#10;\usepackage{amsmath}&#10;\pagestyle{empty}&#10;\input{genericmacros.tex}&#10;\begin{document}&#10;&#10;\color{bblue}&#10;$\mathtt{C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.99023"/>
  <p:tag name="ORIGINALWIDTH" val="65.24181"/>
  <p:tag name="LATEXADDIN" val="\documentclass{article}&#10;\usepackage{amsmath}&#10;\pagestyle{empty}&#10;\input{genericmacros.tex}&#10;\begin{document}&#10;&#10;\color{bblue}&#10;$\mathtt{U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3.24331"/>
  <p:tag name="LATEXADDIN" val="\documentclass{article}&#10;\usepackage{amsmath}&#10;\pagestyle{empty}&#10;\input{genericmacros.tex}&#10;\begin{document}&#10;&#10;\color{bblue}&#10;$\mathtt{S}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136.858"/>
  <p:tag name="LATEXADDIN" val="\documentclass{article}&#10;\usepackage{amsmath,amsfonts,color}&#10;\usepackage{emerald}&#10;\usepackage[T1]{fontenc}&#10;\pagestyle{empty}&#10;\begin{document}&#10;&#10;$\Omega=\{0,1\}^n\times \{0,1\}^n$&#10;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572.553"/>
  <p:tag name="LATEXADDIN" val="\documentclass{article}&#10;\usepackage{amsmath,amsfonts,color}&#10;\usepackage{emerald}&#10;\usepackage[T1]{fontenc}&#10;\pagestyle{empty}&#10;\input{genericmacros.tex}&#10;\begin{document}&#10;&#10;\textbf{Input:} $f:\{0,1\}^n\rightarrow \{0,1\}^m$ &#10;&#10;&#10;\end{document}"/>
  <p:tag name="IGUANATEXSIZE" val="20"/>
  <p:tag name="IGUANATEXCURSOR" val="18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1142.107"/>
  <p:tag name="LATEXADDIN" val="\documentclass{article}&#10;\usepackage{amsmath,amsfonts,color}&#10;\definecolor{rred}{RGB}{149,55,53}&#10;\usepackage{emerald}&#10;\usepackage[T1]{fontenc}&#10;\pagestyle{empty}&#10;\begin{document}&#10;&#10;\textit{\color{rred}{Element Distinctness}}&#10;&#10;&#10;\end{document}"/>
  <p:tag name="IGUANATEXSIZE" val="23"/>
  <p:tag name="IGUANATEXCURSOR" val="2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855.643"/>
  <p:tag name="LATEXADDIN" val="\documentclass{article}&#10;\usepackage{amsmath}&#10;\pagestyle{empty}&#10;\input{genericmacros.tex}&#10;\begin{document}&#10;&#10;\color{rred}$M=\{(x,y)\in \{0,1\}^n\times \{0,1\}^n: x\neq y, f(x)=f(y)\}$&#10;&#10;\end{document}"/>
  <p:tag name="IGUANATEXSIZE" val="20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524.9344"/>
  <p:tag name="LATEXADDIN" val="\documentclass{article}&#10;\usepackage{amsmath}&#10;\pagestyle{empty}&#10;\input{genericmacros.tex}&#10;\begin{document}&#10;&#10;\color{rred}\it&#10;Sampl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641.92"/>
  <p:tag name="LATEXADDIN" val="\documentclass{article}&#10;\usepackage{amsmath,amsfonts,color}&#10;\definecolor{rred}{RGB}{149,55,53}&#10;&#10;\pagestyle{empty}&#10;\begin{document}&#10;&#10;{Make a list $L$ of $t$ pairs $(x_i,f(x_i))$ for random $x_i$}&#10;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503.1871"/>
  <p:tag name="LATEXADDIN" val="\documentclass{article}&#10;\usepackage{amsmath}&#10;\pagestyle{empty}&#10;\input{genericmacros.tex}&#10;\begin{document}&#10;&#10;\color{rred}\it&#10;Check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505.062"/>
  <p:tag name="LATEXADDIN" val="\documentclass{article}&#10;\usepackage{amsmath,amsfonts,color}&#10;\definecolor{rred}{RGB}{149,55,53}&#10;&#10;\pagestyle{empty}&#10;\begin{document}&#10;&#10;\parbox{5in}{&#10;Search for $y\in\{0,1\}^n$ such that $(x,f(y))$ appears anywhere in $L$\\&#10;}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347.2066"/>
  <p:tag name="LATEXADDIN" val="\documentclass{article}&#10;\usepackage{amsmath,amsfonts,color}&#10;\definecolor{rred}{RGB}{149,55,53}&#10;\include{genericmacros}&#10;\pagestyle{empty}&#10;\begin{document}&#10;\color{bblue}&#10;$\varepsilon=\frac{t}{2^{n}}$&#10;&#10;\end{document}"/>
  <p:tag name="IGUANATEXSIZE" val="20"/>
  <p:tag name="IGUANATEXCURSOR" val="1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1.1924"/>
  <p:tag name="LATEXADDIN" val="\documentclass{article}&#10;\usepackage{amsmath}&#10;\pagestyle{empty}&#10;\input{genericmacros.tex}&#10;\begin{document}&#10;&#10;\color{bblue}&#10;$\mathtt{C}=\sqrt{{2^n}}$&#10;&#10;\end{document}"/>
  <p:tag name="IGUANATEXSIZE" val="20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266.9666"/>
  <p:tag name="LATEXADDIN" val="\documentclass{article}&#10;\usepackage{amsmath}&#10;\pagestyle{empty}&#10;\input{genericmacros.tex}&#10;\begin{document}&#10;&#10;\color{bblue}&#10;$\mathtt{S}=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136.858"/>
  <p:tag name="LATEXADDIN" val="\documentclass{article}&#10;\usepackage{amsmath,amsfonts,color}&#10;\usepackage{emerald}&#10;\usepackage[T1]{fontenc}&#10;\pagestyle{empty}&#10;\begin{document}&#10;&#10;$\Omega=\{0,1\}^n\times \{0,1\}^n$&#10;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572.553"/>
  <p:tag name="LATEXADDIN" val="\documentclass{article}&#10;\usepackage{amsmath,amsfonts,color}&#10;\usepackage{emerald}&#10;\usepackage[T1]{fontenc}&#10;\pagestyle{empty}&#10;\input{genericmacros.tex}&#10;\begin{document}&#10;&#10;\textbf{Input:} $f:\{0,1\}^n\rightarrow \{0,1\}^m$ &#10;&#10;&#10;\end{document}"/>
  <p:tag name="IGUANATEXSIZE" val="20"/>
  <p:tag name="IGUANATEXCURSOR" val="18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1142.107"/>
  <p:tag name="LATEXADDIN" val="\documentclass{article}&#10;\usepackage{amsmath,amsfonts,color}&#10;\definecolor{rred}{RGB}{149,55,53}&#10;\usepackage{emerald}&#10;\usepackage[T1]{fontenc}&#10;\pagestyle{empty}&#10;\begin{document}&#10;&#10;\textit{\color{rred}{Element Distinctness}}&#10;&#10;&#10;\end{document}"/>
  <p:tag name="IGUANATEXSIZE" val="23"/>
  <p:tag name="IGUANATEXCURSOR" val="2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855.643"/>
  <p:tag name="LATEXADDIN" val="\documentclass{article}&#10;\usepackage{amsmath}&#10;\pagestyle{empty}&#10;\input{genericmacros.tex}&#10;\begin{document}&#10;&#10;\color{rred}$M=\{(x,y)\in \{0,1\}^n\times \{0,1\}^n: x\neq y, f(x)=f(y)\}$&#10;&#10;\end{document}"/>
  <p:tag name="IGUANATEXSIZE" val="20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524.9344"/>
  <p:tag name="LATEXADDIN" val="\documentclass{article}&#10;\usepackage{amsmath}&#10;\pagestyle{empty}&#10;\input{genericmacros.tex}&#10;\begin{document}&#10;&#10;\color{rred}\it&#10;Sampl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641.92"/>
  <p:tag name="LATEXADDIN" val="\documentclass{article}&#10;\usepackage{amsmath,amsfonts,color}&#10;\definecolor{rred}{RGB}{149,55,53}&#10;&#10;\pagestyle{empty}&#10;\begin{document}&#10;&#10;{Make a list $L$ of $t$ pairs $(x_i,f(x_i))$ for random $x_i$}&#10;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503.1871"/>
  <p:tag name="LATEXADDIN" val="\documentclass{article}&#10;\usepackage{amsmath}&#10;\pagestyle{empty}&#10;\input{genericmacros.tex}&#10;\begin{document}&#10;&#10;\color{rred}\it&#10;Check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505.062"/>
  <p:tag name="LATEXADDIN" val="\documentclass{article}&#10;\usepackage{amsmath,amsfonts,color}&#10;\definecolor{rred}{RGB}{149,55,53}&#10;&#10;\pagestyle{empty}&#10;\begin{document}&#10;&#10;\parbox{5in}{&#10;Search for $y\in\{0,1\}^n$ such that $(x,f(y))$ appears anywhere in $L$\\&#10;}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347.2066"/>
  <p:tag name="LATEXADDIN" val="\documentclass{article}&#10;\usepackage{amsmath,amsfonts,color}&#10;\definecolor{rred}{RGB}{149,55,53}&#10;\include{genericmacros}&#10;\pagestyle{empty}&#10;\begin{document}&#10;\color{bblue}&#10;$\varepsilon=\frac{t}{2^{n}}$&#10;&#10;\end{document}"/>
  <p:tag name="IGUANATEXSIZE" val="20"/>
  <p:tag name="IGUANATEXCURSOR" val="1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201.35"/>
  <p:tag name="LATEXADDIN" val="\documentclass{article}&#10;\usepackage{amsmath}&#10;\pagestyle{empty}&#10;\input{genericmacros.tex}&#10;\begin{document}&#10;&#10;{\color{bblue}&#10;$=2^{3n/4}$}&#10;when $t=2^{n/2}$&#10;&#10;\end{document}"/>
  <p:tag name="IGUANATEXSIZE" val="20"/>
  <p:tag name="IGUANATEXCURSOR" val="14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1.1924"/>
  <p:tag name="LATEXADDIN" val="\documentclass{article}&#10;\usepackage{amsmath}&#10;\pagestyle{empty}&#10;\input{genericmacros.tex}&#10;\begin{document}&#10;&#10;\color{bblue}&#10;$\mathtt{C}=\sqrt{{2^n}}$&#10;&#10;\end{document}"/>
  <p:tag name="IGUANATEXSIZE" val="20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2.9771"/>
  <p:tag name="ORIGINALWIDTH" val="1408.324"/>
  <p:tag name="LATEXADDIN" val="\documentclass{article}&#10;\usepackage{amsmath}&#10;\pagestyle{empty}&#10;\input{genericmacros.tex}&#10;\begin{document}&#10;&#10;\color{bblue}&#10;$\frac{1}{\sqrt{\eps}}(\mathtt{S}+\mathtt{C})=&#10;2^{n/2}t^{1/2}+\frac{2^n}{\sqrt{t}}$&#10;&#10;\end{document}"/>
  <p:tag name="IGUANATEXSIZE" val="20"/>
  <p:tag name="IGUANATEXCURSOR" val="2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266.9666"/>
  <p:tag name="LATEXADDIN" val="\documentclass{article}&#10;\usepackage{amsmath}&#10;\pagestyle{empty}&#10;\input{genericmacros.tex}&#10;\begin{document}&#10;&#10;\color{bblue}&#10;$\mathtt{S}=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91.714"/>
  <p:tag name="LATEXADDIN" val="\documentclass{article}&#10;\usepackage{amsmath}&#10;\pagestyle{empty}&#10;\input{genericmacros.tex}&#10;\begin{document}&#10;&#10;Vertices: $L=\{(x_1,f(x_1)),\dots,(x_t,f(x_t))\}$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2294"/>
  <p:tag name="ORIGINALWIDTH" val="647.1691"/>
  <p:tag name="LATEXADDIN" val="\documentclass{article}&#10;\usepackage{amsmath}&#10;\pagestyle{empty}&#10;\input{genericmacros.tex}&#10;\begin{document}&#10;&#10;$V\equiv \binom{\{0,1\}^n}{t}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721.785"/>
  <p:tag name="LATEXADDIN" val="\documentclass{article}&#10;\usepackage{amsmath}&#10;\pagestyle{empty}&#10;\input{genericmacros.tex}&#10;\begin{document}&#10;&#10;Edges: $\{L,L'\}: |L\cap L'|=t-1$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638.17"/>
  <p:tag name="LATEXADDIN" val="\documentclass{article}&#10;\usepackage{amsmath}&#10;\pagestyle{empty}&#10;\input{genericmacros.tex}&#10;\begin{document}&#10;&#10;$M=\{L:\exists (x,f(x))\in L, y\neq x \mbox{ s.t. }f(x)=f(y)\}$&#10;&#10;\end{document}"/>
  <p:tag name="IGUANATEXSIZE" val="20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485.1894"/>
  <p:tag name="LATEXADDIN" val="\documentclass{article}&#10;\usepackage{amsmath}&#10;\pagestyle{empty}&#10;\input{genericmacros.tex}&#10;\begin{document}&#10;&#10;$HT\approx 2^n$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524.9344"/>
  <p:tag name="LATEXADDIN" val="\documentclass{article}&#10;\usepackage{amsmath}&#10;\pagestyle{empty}&#10;\input{genericmacros.tex}&#10;\begin{document}&#10;&#10;\color{rred}\it&#10;Sampl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641.92"/>
  <p:tag name="LATEXADDIN" val="\documentclass{article}&#10;\usepackage{amsmath,amsfonts,color}&#10;\definecolor{rred}{RGB}{149,55,53}&#10;&#10;\pagestyle{empty}&#10;\begin{document}&#10;&#10;{Make a list $L$ of $t$ pairs $(x_i,f(x_i))$ for random $x_i$}&#10;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266.9666"/>
  <p:tag name="LATEXADDIN" val="\documentclass{article}&#10;\usepackage{amsmath}&#10;\pagestyle{empty}&#10;\input{genericmacros.tex}&#10;\begin{document}&#10;&#10;\color{bblue}&#10;$\mathtt{S}=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91.714"/>
  <p:tag name="LATEXADDIN" val="\documentclass{article}&#10;\usepackage{amsmath}&#10;\pagestyle{empty}&#10;\input{genericmacros.tex}&#10;\begin{document}&#10;&#10;Vertices: $L=\{(x_1,f(x_1)),\dots,(x_t,f(x_t))\}$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2294"/>
  <p:tag name="ORIGINALWIDTH" val="647.1691"/>
  <p:tag name="LATEXADDIN" val="\documentclass{article}&#10;\usepackage{amsmath}&#10;\pagestyle{empty}&#10;\input{genericmacros.tex}&#10;\begin{document}&#10;&#10;$V\equiv \binom{\{0,1\}^n}{t}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721.785"/>
  <p:tag name="LATEXADDIN" val="\documentclass{article}&#10;\usepackage{amsmath}&#10;\pagestyle{empty}&#10;\input{genericmacros.tex}&#10;\begin{document}&#10;&#10;Edges: $\{L,L'\}: |L\cap L'|=t-1$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638.17"/>
  <p:tag name="LATEXADDIN" val="\documentclass{article}&#10;\usepackage{amsmath}&#10;\pagestyle{empty}&#10;\input{genericmacros.tex}&#10;\begin{document}&#10;&#10;$M=\{L:\exists (x,f(x))\in L, y\neq x \mbox{ s.t. }f(x)=f(y)\}$&#10;&#10;\end{document}"/>
  <p:tag name="IGUANATEXSIZE" val="20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485.1894"/>
  <p:tag name="LATEXADDIN" val="\documentclass{article}&#10;\usepackage{amsmath}&#10;\pagestyle{empty}&#10;\input{genericmacros.tex}&#10;\begin{document}&#10;&#10;$HT\approx 2^n$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877.39"/>
  <p:tag name="LATEXADDIN" val="\documentclass{article}&#10;\usepackage{amsmath}&#10;\pagestyle{empty}&#10;\input{genericmacros.tex}&#10;\begin{document}&#10;&#10;Remove a random $(x,f(x))$ from $L$, insert a new one&#10;&#10;\end{document}"/>
  <p:tag name="IGUANATEXSIZE" val="20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524.9344"/>
  <p:tag name="LATEXADDIN" val="\documentclass{article}&#10;\usepackage{amsmath}&#10;\pagestyle{empty}&#10;\input{genericmacros.tex}&#10;\begin{document}&#10;&#10;\color{rred}\it&#10;Sampl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641.92"/>
  <p:tag name="LATEXADDIN" val="\documentclass{article}&#10;\usepackage{amsmath,amsfonts,color}&#10;\definecolor{rred}{RGB}{149,55,53}&#10;&#10;\pagestyle{empty}&#10;\begin{document}&#10;&#10;{Make a list $L$ of $t$ pairs $(x_i,f(x_i))$ for random $x_i$}&#10;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389.2013"/>
  <p:tag name="LATEXADDIN" val="\documentclass{article}&#10;\usepackage{amsmath}&#10;\pagestyle{empty}&#10;\input{genericmacros.tex}&#10;\begin{document}&#10;&#10;\color{rred}\it&#10;Update:&#10;&#10;\end{document}"/>
  <p:tag name="IGUANATEXSIZE" val="20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503.1871"/>
  <p:tag name="LATEXADDIN" val="\documentclass{article}&#10;\usepackage{amsmath}&#10;\pagestyle{empty}&#10;\input{genericmacros.tex}&#10;\begin{document}&#10;&#10;\color{rred}\it&#10;Check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505.062"/>
  <p:tag name="LATEXADDIN" val="\documentclass{article}&#10;\usepackage{amsmath,amsfonts,color}&#10;\definecolor{rred}{RGB}{149,55,53}&#10;&#10;\pagestyle{empty}&#10;\begin{document}&#10;&#10;\parbox{5in}{&#10;Search for $y\in\{0,1\}^n$ such that $(x,f(y))$ appears anywhere in $L$\\&#10;}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382.077"/>
  <p:tag name="LATEXADDIN" val="\documentclass{article}&#10;\usepackage{amsmath}&#10;\pagestyle{empty}&#10;\input{genericmacros.tex}&#10;\begin{document}&#10;&#10;\color{bblue}&#10;$\mathtt{S}+\sqrt{HT}(\mathtt{U}+\mathtt{C})=&#10;t+2^n$&#10;&#10;\end{document}"/>
  <p:tag name="IGUANATEXSIZE" val="20"/>
  <p:tag name="IGUANATEXCURSOR" val="17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1.1924"/>
  <p:tag name="LATEXADDIN" val="\documentclass{article}&#10;\usepackage{amsmath}&#10;\pagestyle{empty}&#10;\input{genericmacros.tex}&#10;\begin{document}&#10;&#10;\color{bblue}&#10;$\mathtt{C}=\sqrt{{2^n}}$&#10;&#10;\end{document}"/>
  <p:tag name="IGUANATEXSIZE" val="20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284.2145"/>
  <p:tag name="LATEXADDIN" val="\documentclass{article}&#10;\usepackage{amsmath}&#10;\pagestyle{empty}&#10;\input{genericmacros.tex}&#10;\begin{document}&#10;&#10;\color{bblue}&#10;$\mathtt{U}=1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266.9666"/>
  <p:tag name="LATEXADDIN" val="\documentclass{article}&#10;\usepackage{amsmath}&#10;\pagestyle{empty}&#10;\input{genericmacros.tex}&#10;\begin{document}&#10;&#10;\color{bblue}&#10;$\mathtt{S}=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91.714"/>
  <p:tag name="LATEXADDIN" val="\documentclass{article}&#10;\usepackage{amsmath}&#10;\pagestyle{empty}&#10;\input{genericmacros.tex}&#10;\begin{document}&#10;&#10;Vertices: $L=\{(x_1,f(x_1)),\dots,(x_t,f(x_t))\}$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2294"/>
  <p:tag name="ORIGINALWIDTH" val="647.1691"/>
  <p:tag name="LATEXADDIN" val="\documentclass{article}&#10;\usepackage{amsmath}&#10;\pagestyle{empty}&#10;\input{genericmacros.tex}&#10;\begin{document}&#10;&#10;$V\equiv \binom{\{0,1\}^n}{t}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721.785"/>
  <p:tag name="LATEXADDIN" val="\documentclass{article}&#10;\usepackage{amsmath}&#10;\pagestyle{empty}&#10;\input{genericmacros.tex}&#10;\begin{document}&#10;&#10;Edges: $\{L,L'\}: |L\cap L'|=t-1$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795.65"/>
  <p:tag name="LATEXADDIN" val="\documentclass{article}&#10;\usepackage{amsmath}&#10;\pagestyle{empty}&#10;\input{genericmacros.tex}&#10;\begin{document}&#10;&#10;$M=\{L:\exists (x,f(x)),{\color{rred}(y,f(y))}\in L \mbox{ s.t. }f(x)=f(x)\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485.1894"/>
  <p:tag name="LATEXADDIN" val="\documentclass{article}&#10;\usepackage{amsmath}&#10;\pagestyle{empty}&#10;\input{genericmacros.tex}&#10;\begin{document}&#10;&#10;$HT\approx 2^n$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877.39"/>
  <p:tag name="LATEXADDIN" val="\documentclass{article}&#10;\usepackage{amsmath}&#10;\pagestyle{empty}&#10;\input{genericmacros.tex}&#10;\begin{document}&#10;&#10;Remove a random $(x,f(x))$ from $L$, insert a new one&#10;&#10;\end{document}"/>
  <p:tag name="IGUANATEXSIZE" val="20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524.9344"/>
  <p:tag name="LATEXADDIN" val="\documentclass{article}&#10;\usepackage{amsmath}&#10;\pagestyle{empty}&#10;\input{genericmacros.tex}&#10;\begin{document}&#10;&#10;\color{rred}\it&#10;Sampl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641.92"/>
  <p:tag name="LATEXADDIN" val="\documentclass{article}&#10;\usepackage{amsmath,amsfonts,color}&#10;\definecolor{rred}{RGB}{149,55,53}&#10;&#10;\pagestyle{empty}&#10;\begin{document}&#10;&#10;{Make a list $L$ of $t$ pairs $(x_i,f(x_i))$ for random $x_i$}&#10;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389.2013"/>
  <p:tag name="LATEXADDIN" val="\documentclass{article}&#10;\usepackage{amsmath}&#10;\pagestyle{empty}&#10;\input{genericmacros.tex}&#10;\begin{document}&#10;&#10;\color{rred}\it&#10;Update:&#10;&#10;\end{document}"/>
  <p:tag name="IGUANATEXSIZE" val="20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503.1871"/>
  <p:tag name="LATEXADDIN" val="\documentclass{article}&#10;\usepackage{amsmath}&#10;\pagestyle{empty}&#10;\input{genericmacros.tex}&#10;\begin{document}&#10;&#10;\color{rred}\it&#10;Check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505.062"/>
  <p:tag name="LATEXADDIN" val="\documentclass{article}&#10;\usepackage{amsmath,amsfonts,color}&#10;\definecolor{rred}{RGB}{149,55,53}&#10;&#10;\pagestyle{empty}&#10;\begin{document}&#10;&#10;\parbox{5in}{&#10;Search for $y\in\{0,1\}^n$ such that $(x,f(y))$ appears anywhere in $L$\\&#10;}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.7285"/>
  <p:tag name="ORIGINALWIDTH" val="533.9332"/>
  <p:tag name="LATEXADDIN" val="\documentclass{article}&#10;\usepackage{amsmath}&#10;\pagestyle{empty}&#10;\input{genericmacros.tex}&#10;\begin{document}&#10;&#10;$HT\leq \frac{2^{2n}}{t}$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279.715"/>
  <p:tag name="LATEXADDIN" val="\documentclass{article}&#10;\usepackage{amsmath}&#10;\pagestyle{empty}&#10;\input{genericmacros.tex}&#10;\begin{document}&#10;&#10;\color{bblue}&#10;$\mathtt{C}=1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251.594"/>
  <p:tag name="LATEXADDIN" val="\documentclass{article}&#10;\usepackage{amsmath}&#10;\pagestyle{empty}&#10;\input{genericmacros.tex}&#10;\begin{document}&#10;&#10;{\color{bblue}$=2^{2n/3}$} when $t=2^{2n/3}$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569.554"/>
  <p:tag name="LATEXADDIN" val="\documentclass{article}&#10;\usepackage{amsmath}&#10;\pagestyle{empty}&#10;\input{genericmacros.tex}&#10;\begin{document}&#10;&#10;\color{bblue}&#10;$\mathtt{S}+\sqrt{HT}(\mathtt{U}+\mathtt{C})=&#10;t+\sqrt{\frac{2^{2n}}{t}}$&#10;&#10;\end{document}"/>
  <p:tag name="IGUANATEXSIZE" val="20"/>
  <p:tag name="IGUANATEXCURSOR" val="19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1.1924"/>
  <p:tag name="LATEXADDIN" val="\documentclass{article}&#10;\usepackage{amsmath}&#10;\pagestyle{empty}&#10;\input{genericmacros.tex}&#10;\begin{document}&#10;&#10;\color{bblue}&#10;$\mathtt{C}=\sqrt{{2^n}}$&#10;&#10;\end{document}"/>
  <p:tag name="IGUANATEXSIZE" val="20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284.2145"/>
  <p:tag name="LATEXADDIN" val="\documentclass{article}&#10;\usepackage{amsmath}&#10;\pagestyle{empty}&#10;\input{genericmacros.tex}&#10;\begin{document}&#10;&#10;\color{bblue}&#10;$\mathtt{U}=1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266.9666"/>
  <p:tag name="LATEXADDIN" val="\documentclass{article}&#10;\usepackage{amsmath}&#10;\pagestyle{empty}&#10;\input{genericmacros.tex}&#10;\begin{document}&#10;&#10;\color{bblue}&#10;$\mathtt{S}=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9666"/>
  <p:tag name="ORIGINALWIDTH" val="1125.609"/>
  <p:tag name="LATEXADDIN" val="\documentclass{article}&#10;\usepackage{amsmath}&#10;\pagestyle{empty}&#10;\input{genericmacros.tex}&#10;\begin{document}&#10;&#10;\parbox{2in}{\raggedright&#10;\textbf{Update:} If at {\color{bblue}$u$},\\&#10; sample {\color{bblue}$v$} from $P[u,\cdot]$&#10;}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1082.115"/>
  <p:tag name="LATEXADDIN" val="\documentclass{article}&#10;\usepackage{amsmath}&#10;\pagestyle{empty}&#10;\input{genericmacros.tex}&#10;\begin{document}&#10;&#10;\parbox{2in}{\raggedright&#10;\textbf{Check:} If at {\color{bblue}$u$},\\&#10; check if {\color{bblue}$u$} is {\color{red}marked}&#10;}&#10;\end{document}"/>
  <p:tag name="IGUANATEXSIZE" val="20"/>
  <p:tag name="IGUANATEXCURSOR" val="2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073.491"/>
  <p:tag name="LATEXADDIN" val="\documentclass{article}&#10;\usepackage{amsmath}&#10;\pagestyle{empty}&#10;\input{genericmacros.tex}&#10;\begin{document}&#10;&#10;\textbf{Random Walk Search Algorithm:}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070.116"/>
  <p:tag name="LATEXADDIN" val="\documentclass{article}&#10;\usepackage{amsmath}&#10;\pagestyle{empty}&#10;\input{genericmacros.tex}&#10;\begin{document}&#10;&#10;{\tt Repeat {\color{bblue}$1/\eps$} times:}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383.952"/>
  <p:tag name="LATEXADDIN" val="\documentclass{article}&#10;\usepackage{amsmath}&#10;\pagestyle{empty}&#10;\input{genericmacros.tex}&#10;\begin{document}&#10;&#10;{\tt Update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320.21"/>
  <p:tag name="LATEXADDIN" val="\documentclass{article}&#10;\usepackage{amsmath}&#10;\pagestyle{empty}&#10;\input{genericmacros.tex}&#10;\begin{document}&#10;&#10;{\tt Check}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2071.991"/>
  <p:tag name="LATEXADDIN" val="\documentclass{article}&#10;\usepackage{amsmath}&#10;\pagestyle{empty}&#10;\input{genericmacros.tex}&#10;\begin{document}&#10;&#10;{\tt If current vertex {\color{red}marked}, output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2227.971"/>
  <p:tag name="LATEXADDIN" val="\documentclass{article}&#10;\usepackage{amsmath}&#10;\pagestyle{empty}&#10;\input{genericmacros.tex}&#10;\begin{document}&#10;\tt&#10;Start at a vertex $u$ \color{bblue}sampled from $\pi$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1109.111"/>
  <p:tag name="LATEXADDIN" val="\documentclass{article}&#10;\usepackage{amsmath}&#10;\pagestyle{empty}&#10;\input{genericmacros.tex}&#10;\begin{document}&#10;&#10;\parbox{2in}{\raggedright&#10;\textbf{Sample:} Sample an\\&#10;initial vertex&#10;}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071.616"/>
  <p:tag name="LATEXADDIN" val="\documentclass{article}&#10;\usepackage{amsmath}&#10;\pagestyle{empty}&#10;\input{genericmacros.tex}&#10;\begin{document}&#10;&#10;{\tt Repeat {\color{bblue}$1/\delta$} times:}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61.9423"/>
  <p:tag name="LATEXADDIN" val="\documentclass{article}&#10;\usepackage{amsmath}&#10;\pagestyle{empty}&#10;\input{genericmacros.tex}&#10;\begin{document}&#10;&#10;Classical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506.1867"/>
  <p:tag name="LATEXADDIN" val="\documentclass{article}&#10;\usepackage{amsmath}&#10;\pagestyle{empty}&#10;\input{genericmacros.tex}&#10;\begin{document}&#10;&#10;Quantum&#10;&#10;\end{document}"/>
  <p:tag name="IGUANATEXSIZE" val="20"/>
  <p:tag name="IGUANATEXCURSOR" val="11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1002.625"/>
  <p:tag name="LATEXADDIN" val="\documentclass{article}&#10;\usepackage{amsmath}&#10;\pagestyle{empty}&#10;\input{genericmacros.tex}&#10;\begin{document}&#10;&#10;Brute-force Search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81.1398"/>
  <p:tag name="LATEXADDIN" val="\documentclass{article}&#10;\usepackage{amsmath}&#10;\pagestyle{empty}&#10;\input{genericmacros.tex}&#10;\begin{document}&#10;&#10;Random walk $P$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710.9111"/>
  <p:tag name="LATEXADDIN" val="\documentclass{article}&#10;\usepackage{amsmath}&#10;\pagestyle{empty}&#10;\input{genericmacros.tex}&#10;\begin{document}&#10;&#10;$\frac{1}{\eps}\leq HT \leq \frac{1}{\eps\delta}$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897.6378"/>
  <p:tag name="LATEXADDIN" val="\documentclass{article}&#10;\usepackage{amsmath}&#10;\pagestyle{empty}&#10;\input{genericmacros.tex}&#10;\begin{document}&#10;&#10;\color{bblue}&#10;$\mathtt{S}+\frac{1}{\sqrt{\eps}}(\frac{1}{\sqrt{\delta}}\mathtt{U}+\mathtt{C})$&#10;&#10;\end{document}"/>
  <p:tag name="IGUANATEXSIZE" val="20"/>
  <p:tag name="IGUANATEXCURSOR" val="17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737.9077"/>
  <p:tag name="LATEXADDIN" val="\documentclass{article}&#10;\usepackage{amsmath}&#10;\pagestyle{empty}&#10;\input{genericmacros.tex}&#10;\begin{document}&#10;&#10;\color{bblue}&#10;$\mathtt{S}+\frac{1}{\eps}(\frac{1}{\delta}\mathtt{U}+\mathtt{C})$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886.3892"/>
  <p:tag name="LATEXADDIN" val="\documentclass{article}&#10;\usepackage{amsmath}&#10;\pagestyle{empty}&#10;\input{genericmacros.tex}&#10;\begin{document}&#10;&#10;\color{bblue}&#10;$\mathtt{S}+\sqrt{HT}(\mathtt{U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782.1522"/>
  <p:tag name="LATEXADDIN" val="\documentclass{article}&#10;\usepackage{amsmath}&#10;\pagestyle{empty}&#10;\input{genericmacros.tex}&#10;\begin{document}&#10;&#10;\color{bblue}&#10;$\mathtt{S}+HT(\mathtt{U}+\mathtt{C})$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510.6861"/>
  <p:tag name="LATEXADDIN" val="\documentclass{article}&#10;\usepackage{amsmath}&#10;\pagestyle{empty}&#10;\input{genericmacros.tex}&#10;\begin{document}&#10;&#10;\color{bblue}&#10;$\frac{1}{\sqrt{\eps}}(\mathtt{S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431.946"/>
  <p:tag name="LATEXADDIN" val="\documentclass{article}&#10;\usepackage{amsmath}&#10;\pagestyle{empty}&#10;\input{genericmacros.tex}&#10;\begin{document}&#10;&#10;\color{bblue}&#10;$\frac{1}{\eps}(\mathtt{S}+\mathtt{C})$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fonts,color}&#10;\usepackage{emerald}&#10;\usepackage[T1]{fontenc}&#10;\pagestyle{empty}&#10;\begin{document}&#10;&#10;\parbox{0.5in}{&#10;\color{red}{&#10;\ECFTallPaul&#10;simulates sampling from $\pi$} &#10;}&#10;&#10;\end{document}"/>
  <p:tag name="IGUANATEXSIZE" val="2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6.24299"/>
  <p:tag name="LATEXADDIN" val="\documentclass{article}&#10;\usepackage{amsmath}&#10;\pagestyle{empty}&#10;\input{genericmacros.tex}&#10;\begin{document}&#10;&#10;\color{bblue}&#10;$\mathtt{C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.99023"/>
  <p:tag name="ORIGINALWIDTH" val="65.24181"/>
  <p:tag name="LATEXADDIN" val="\documentclass{article}&#10;\usepackage{amsmath}&#10;\pagestyle{empty}&#10;\input{genericmacros.tex}&#10;\begin{document}&#10;&#10;\color{bblue}&#10;$\mathtt{U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3.24331"/>
  <p:tag name="LATEXADDIN" val="\documentclass{article}&#10;\usepackage{amsmath}&#10;\pagestyle{empty}&#10;\input{genericmacros.tex}&#10;\begin{document}&#10;&#10;\color{bblue}&#10;$\mathtt{S}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225.722"/>
  <p:tag name="LATEXADDIN" val="\documentclass{article}&#10;\usepackage{amsmath}&#10;\pagestyle{empty}&#10;\input{genericmacros.tex}&#10;\begin{document}&#10;&#10;Vertices: $L=\{(x_1,f(x_1)),\dots,(x_t,f(x_t))$&#10;&#10;\end{document}"/>
  <p:tag name="IGUANATEXSIZE" val="20"/>
  <p:tag name="IGUANATEXCURSOR" val="15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2294"/>
  <p:tag name="ORIGINALWIDTH" val="647.1691"/>
  <p:tag name="LATEXADDIN" val="\documentclass{article}&#10;\usepackage{amsmath}&#10;\pagestyle{empty}&#10;\input{genericmacros.tex}&#10;\begin{document}&#10;&#10;$V\equiv \binom{\{0,1\}^n}{t}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1721.785"/>
  <p:tag name="LATEXADDIN" val="\documentclass{article}&#10;\usepackage{amsmath}&#10;\pagestyle{empty}&#10;\input{genericmacros.tex}&#10;\begin{document}&#10;&#10;Edges: $\{L,L'\}: |L\cap L'|=t-1$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638.17"/>
  <p:tag name="LATEXADDIN" val="\documentclass{article}&#10;\usepackage{amsmath}&#10;\pagestyle{empty}&#10;\input{genericmacros.tex}&#10;\begin{document}&#10;&#10;$M=\{L:\exists (x,f(x))\in L, y\neq x \mbox{ s.t. }f(x)=f(y)\}$&#10;&#10;\end{document}"/>
  <p:tag name="IGUANATEXSIZE" val="20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347.2066"/>
  <p:tag name="LATEXADDIN" val="\documentclass{article}&#10;\usepackage{amsmath}&#10;\pagestyle{empty}&#10;\input{genericmacros.tex}&#10;\begin{document}&#10;&#10;$\eps\approx \frac{t}{2^n}$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877.39"/>
  <p:tag name="LATEXADDIN" val="\documentclass{article}&#10;\usepackage{amsmath}&#10;\pagestyle{empty}&#10;\input{genericmacros.tex}&#10;\begin{document}&#10;&#10;Remove a random $(x,f(x))$ from $L$, insert a new one&#10;&#10;\end{document}"/>
  <p:tag name="IGUANATEXSIZE" val="20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524.9344"/>
  <p:tag name="LATEXADDIN" val="\documentclass{article}&#10;\usepackage{amsmath}&#10;\pagestyle{empty}&#10;\input{genericmacros.tex}&#10;\begin{document}&#10;&#10;\color{rred}\it&#10;Sampl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641.92"/>
  <p:tag name="LATEXADDIN" val="\documentclass{article}&#10;\usepackage{amsmath,amsfonts,color}&#10;\definecolor{rred}{RGB}{149,55,53}&#10;&#10;\pagestyle{empty}&#10;\begin{document}&#10;&#10;{Make a list $L$ of $t$ pairs $(x_i,f(x_i))$ for random $x_i$}&#10;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389.2013"/>
  <p:tag name="LATEXADDIN" val="\documentclass{article}&#10;\usepackage{amsmath}&#10;\pagestyle{empty}&#10;\input{genericmacros.tex}&#10;\begin{document}&#10;&#10;\color{rred}\it&#10;Update:&#10;&#10;\end{document}"/>
  <p:tag name="IGUANATEXSIZE" val="20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503.1871"/>
  <p:tag name="LATEXADDIN" val="\documentclass{article}&#10;\usepackage{amsmath}&#10;\pagestyle{empty}&#10;\input{genericmacros.tex}&#10;\begin{document}&#10;&#10;\color{rred}\it&#10;Checking: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3505.062"/>
  <p:tag name="LATEXADDIN" val="\documentclass{article}&#10;\usepackage{amsmath,amsfonts,color}&#10;\definecolor{rred}{RGB}{149,55,53}&#10;&#10;\pagestyle{empty}&#10;\begin{document}&#10;&#10;\parbox{5in}{&#10;Search for $y\in\{0,1\}^n$ such that $(x,f(y))$ appears anywhere in $L$\\&#10;}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2.9771"/>
  <p:tag name="ORIGINALWIDTH" val="1793.776"/>
  <p:tag name="LATEXADDIN" val="\documentclass{article}&#10;\usepackage{amsmath}&#10;\pagestyle{empty}&#10;\input{genericmacros.tex}&#10;\begin{document}&#10;&#10;\color{bblue}&#10;$\mathtt{S}+\frac{1}{\sqrt{\eps}}(\frac{1}{\sqrt{\delta}}\mathtt{U}+\mathtt{C})=&#10;t+\sqrt{2^n}+\frac{2^n}{\sqrt{t}}$&#10;&#10;\end{document}"/>
  <p:tag name="IGUANATEXSIZE" val="20"/>
  <p:tag name="IGUANATEXCURSOR" val="2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72.216"/>
  <p:tag name="LATEXADDIN" val="\documentclass{article}&#10;\usepackage{amsmath}&#10;\pagestyle{empty}&#10;\input{genericmacros.tex}&#10;\begin{document}&#10;&#10;$\frac{1}{\delta}\approx 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251.594"/>
  <p:tag name="LATEXADDIN" val="\documentclass{article}&#10;\usepackage{amsmath}&#10;\pagestyle{empty}&#10;\input{genericmacros.tex}&#10;\begin{document}&#10;&#10;{\color{bblue}$=2^{2n/3}$} when $t=2^{2n/3}$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1.1924"/>
  <p:tag name="LATEXADDIN" val="\documentclass{article}&#10;\usepackage{amsmath}&#10;\pagestyle{empty}&#10;\input{genericmacros.tex}&#10;\begin{document}&#10;&#10;\color{bblue}&#10;$\mathtt{C}=\sqrt{{2^n}}$&#10;&#10;\end{document}"/>
  <p:tag name="IGUANATEXSIZE" val="20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284.2145"/>
  <p:tag name="LATEXADDIN" val="\documentclass{article}&#10;\usepackage{amsmath}&#10;\pagestyle{empty}&#10;\input{genericmacros.tex}&#10;\begin{document}&#10;&#10;\color{bblue}&#10;$\mathtt{U}=1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266.9666"/>
  <p:tag name="LATEXADDIN" val="\documentclass{article}&#10;\usepackage{amsmath}&#10;\pagestyle{empty}&#10;\input{genericmacros.tex}&#10;\begin{document}&#10;&#10;\color{bblue}&#10;$\mathtt{S}=t$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61.9423"/>
  <p:tag name="LATEXADDIN" val="\documentclass{article}&#10;\usepackage{amsmath}&#10;\pagestyle{empty}&#10;\input{genericmacros.tex}&#10;\begin{document}&#10;&#10;Classical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506.1867"/>
  <p:tag name="LATEXADDIN" val="\documentclass{article}&#10;\usepackage{amsmath}&#10;\pagestyle{empty}&#10;\input{genericmacros.tex}&#10;\begin{document}&#10;&#10;Quantum&#10;&#10;\end{document}"/>
  <p:tag name="IGUANATEXSIZE" val="20"/>
  <p:tag name="IGUANATEXCURSOR" val="11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1002.625"/>
  <p:tag name="LATEXADDIN" val="\documentclass{article}&#10;\usepackage{amsmath}&#10;\pagestyle{empty}&#10;\input{genericmacros.tex}&#10;\begin{document}&#10;&#10;Brute-force Search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81.1398"/>
  <p:tag name="LATEXADDIN" val="\documentclass{article}&#10;\usepackage{amsmath}&#10;\pagestyle{empty}&#10;\input{genericmacros.tex}&#10;\begin{document}&#10;&#10;Random walk $P$&#10;&#10;\end{document}"/>
  <p:tag name="IGUANATEXSIZE" val="20"/>
  <p:tag name="IGUANATEXCURSOR" val="1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779.9025"/>
  <p:tag name="LATEXADDIN" val="\documentclass{article}&#10;\usepackage{amsmath}&#10;\pagestyle{empty}&#10;\input{genericmacros.tex}&#10;\begin{document}&#10;&#10;$HT(P^{1/\delta})\approx \frac{1}{\eps}$&#10;&#10;\end{document}"/>
  <p:tag name="IGUANATEXSIZE" val="20"/>
  <p:tag name="IGUANATEXCURSOR" val="1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400.075"/>
  <p:tag name="LATEXADDIN" val="\documentclass{article}&#10;\usepackage{amsmath}&#10;\pagestyle{empty}&#10;\input{genericmacros.tex}&#10;\begin{document}&#10;&#10;Complexity of sampling $\pi$&#10;&#10;\end{document}"/>
  <p:tag name="IGUANATEXSIZE" val="20"/>
  <p:tag name="IGUANATEXCURSOR" val="13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539.557"/>
  <p:tag name="LATEXADDIN" val="\documentclass{article}&#10;\usepackage{amsmath}&#10;\pagestyle{empty}&#10;\input{genericmacros.tex}&#10;\begin{document}&#10;&#10;Complexity of one walk step&#10;&#10;\end{document}"/>
  <p:tag name="IGUANATEXSIZE" val="20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658.043"/>
  <p:tag name="LATEXADDIN" val="\documentclass{article}&#10;\usepackage{amsmath}&#10;\pagestyle{empty}&#10;\input{genericmacros.tex}&#10;\begin{document}&#10;&#10;Complexity of checking $u\in M$&#10;&#10;\end{document}"/>
  <p:tag name="IGUANATEXSIZE" val="20"/>
  <p:tag name="IGUANATEXCURSOR" val="1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710.9111"/>
  <p:tag name="LATEXADDIN" val="\documentclass{article}&#10;\usepackage{amsmath}&#10;\pagestyle{empty}&#10;\input{genericmacros.tex}&#10;\begin{document}&#10;&#10;$\frac{1}{\eps}\leq HT \leq \frac{1}{\eps\delta}$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1304.087"/>
  <p:tag name="LATEXADDIN" val="\documentclass{article}&#10;\usepackage{amsmath}&#10;\pagestyle{empty}&#10;\input{genericmacros.tex}&#10;\begin{document}&#10;&#10;\color{bblue}&#10;$\mathtt{S}+\sqrt{HT(P^\ell)}(\sqrt{\ell}\mathtt{U}+\mathtt{C})$&#10;&#10;\end{document}"/>
  <p:tag name="IGUANATEXSIZE" val="20"/>
  <p:tag name="IGUANATEXCURSOR" val="16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328"/>
  <p:tag name="ORIGINALWIDTH" val="1076.115"/>
  <p:tag name="LATEXADDIN" val="\documentclass{article}&#10;\usepackage{amsmath}&#10;\pagestyle{empty}&#10;\input{genericmacros.tex}&#10;\begin{document}&#10;&#10;\color{bblue}&#10;$\mathtt{S}+HT(P^\ell)(\ell\mathtt{U}+\mathtt{C})$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897.6378"/>
  <p:tag name="LATEXADDIN" val="\documentclass{article}&#10;\usepackage{amsmath}&#10;\pagestyle{empty}&#10;\input{genericmacros.tex}&#10;\begin{document}&#10;&#10;\color{bblue}&#10;$\mathtt{S}+\frac{1}{\sqrt{\eps}}(\frac{1}{\sqrt{\delta}}\mathtt{U}+\mathtt{C})$&#10;&#10;\end{document}"/>
  <p:tag name="IGUANATEXSIZE" val="20"/>
  <p:tag name="IGUANATEXCURSOR" val="17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737.9077"/>
  <p:tag name="LATEXADDIN" val="\documentclass{article}&#10;\usepackage{amsmath}&#10;\pagestyle{empty}&#10;\input{genericmacros.tex}&#10;\begin{document}&#10;&#10;\color{bblue}&#10;$\mathtt{S}+\frac{1}{\eps}(\frac{1}{\delta}\mathtt{U}+\mathtt{C})$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886.3892"/>
  <p:tag name="LATEXADDIN" val="\documentclass{article}&#10;\usepackage{amsmath}&#10;\pagestyle{empty}&#10;\input{genericmacros.tex}&#10;\begin{document}&#10;&#10;\color{bblue}&#10;$\mathtt{S}+\sqrt{HT}(\mathtt{U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782.1522"/>
  <p:tag name="LATEXADDIN" val="\documentclass{article}&#10;\usepackage{amsmath}&#10;\pagestyle{empty}&#10;\input{genericmacros.tex}&#10;\begin{document}&#10;&#10;\color{bblue}&#10;$\mathtt{S}+HT(\mathtt{U}+\mathtt{C})$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510.6861"/>
  <p:tag name="LATEXADDIN" val="\documentclass{article}&#10;\usepackage{amsmath}&#10;\pagestyle{empty}&#10;\input{genericmacros.tex}&#10;\begin{document}&#10;&#10;\color{bblue}&#10;$\frac{1}{\sqrt{\eps}}(\mathtt{S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.4811"/>
  <p:tag name="ORIGINALWIDTH" val="431.946"/>
  <p:tag name="LATEXADDIN" val="\documentclass{article}&#10;\usepackage{amsmath}&#10;\pagestyle{empty}&#10;\input{genericmacros.tex}&#10;\begin{document}&#10;&#10;\color{bblue}&#10;$\frac{1}{\eps}(\mathtt{S}+\mathtt{C})$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6.24299"/>
  <p:tag name="LATEXADDIN" val="\documentclass{article}&#10;\usepackage{amsmath}&#10;\pagestyle{empty}&#10;\input{genericmacros.tex}&#10;\begin{document}&#10;&#10;\color{bblue}&#10;$\mathtt{C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.99023"/>
  <p:tag name="ORIGINALWIDTH" val="65.24181"/>
  <p:tag name="LATEXADDIN" val="\documentclass{article}&#10;\usepackage{amsmath}&#10;\pagestyle{empty}&#10;\input{genericmacros.tex}&#10;\begin{document}&#10;&#10;\color{bblue}&#10;$\mathtt{U}$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53.24331"/>
  <p:tag name="LATEXADDIN" val="\documentclass{article}&#10;\usepackage{amsmath}&#10;\pagestyle{empty}&#10;\input{genericmacros.tex}&#10;\begin{document}&#10;&#10;\color{bblue}&#10;$\mathtt{S}$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703.037"/>
  <p:tag name="LATEXADDIN" val="\documentclass{article}&#10;\usepackage{amsmath}&#10;\pagestyle{empty}&#10;\input{genericmacros.tex}&#10;\begin{document}&#10;&#10;Apers, Gily\'en, J. (forthcoming)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225.722"/>
  <p:tag name="LATEXADDIN" val="\documentclass{article}&#10;\usepackage{amsmath}&#10;\pagestyle{empty}&#10;\input{genericmacros.tex}&#10;\begin{document}&#10;&#10;Grover (1996) {\tt arXiv:quant-ph/9605043}&#10;&#10;\end{document}"/>
  <p:tag name="IGUANATEXSIZE" val="20"/>
  <p:tag name="IGUANATEXCURSOR" val="11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506.562"/>
  <p:tag name="LATEXADDIN" val="\documentclass{article}&#10;\usepackage{amsmath}&#10;\pagestyle{empty}&#10;\input{genericmacros.tex}&#10;\begin{document}&#10;&#10;Brassard, H{\o}yer, Mosca, Tapp (2000) {\tt arXiv:quant-ph/0005055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644.544"/>
  <p:tag name="LATEXADDIN" val="\documentclass{article}&#10;\usepackage{amsmath}&#10;\pagestyle{empty}&#10;\input{genericmacros.tex}&#10;\begin{document}&#10;&#10;Magniez, Nayak, Roland, Santha (2006) {\tt arXiv:quant-ph/0608026}&#10;&#10;\end{document}"/>
  <p:tag name="IGUANATEXSIZE" val="20"/>
  <p:tag name="IGUANATEXCURSOR" val="15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.9659"/>
  <p:tag name="ORIGINALWIDTH" val="3088.114"/>
  <p:tag name="LATEXADDIN" val="\documentclass{article}&#10;\usepackage{amsmath}&#10;\pagestyle{empty}&#10;\input{genericmacros.tex}&#10;\begin{document}&#10;&#10;\noindent Brassard, H{\o}yer, Tapp (1997) {\tt arXiv:quant-ph/9705002}\\&#10;\it (Collision finding algorithm)&#10;&#10;\end{document}"/>
  <p:tag name="IGUANATEXSIZE" val="20"/>
  <p:tag name="IGUANATEXCURSOR" val="18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.9659"/>
  <p:tag name="ORIGINALWIDTH" val="2364.455"/>
  <p:tag name="LATEXADDIN" val="\documentclass{article}&#10;\usepackage{amsmath}&#10;\pagestyle{empty}&#10;\input{genericmacros.tex}&#10;\begin{document}&#10;&#10;\noindent Ambainis (2003) {\tt arXiv:quant-ph/0311001}\\&#10;\it (Element distinctness algorithm)&#10;&#10;\end{document}"/>
  <p:tag name="IGUANATEXSIZE" val="20"/>
  <p:tag name="IGUANATEXCURSOR" val="1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772.028"/>
  <p:tag name="LATEXADDIN" val="\documentclass{article}&#10;\usepackage{amsmath}&#10;\pagestyle{empty}&#10;\input{genericmacros.tex}&#10;\begin{document}&#10;&#10;Szegedy (2004) \it Quantum speedup of Markov Chain Based Algorithms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071.616"/>
  <p:tag name="LATEXADDIN" val="\documentclass{article}&#10;\usepackage{amsmath}&#10;\pagestyle{empty}&#10;\input{genericmacros.tex}&#10;\begin{document}&#10;&#10;\noindent Krovi, Magniez, Ozols, Roland (2010) {\tt arXiv:1002.2419}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128.609"/>
  <p:tag name="LATEXADDIN" val="\documentclass{article}&#10;\usepackage{amsmath}&#10;\pagestyle{empty}&#10;\input{genericmacros.tex}&#10;\begin{document}&#10;&#10;\noindent Ambainis, Gily\'en, J., Kokainis (2019) {\tt arXiv:1903.07493}&#10;&#10;\end{document}"/>
  <p:tag name="IGUANATEXSIZE" val="20"/>
  <p:tag name="IGUANATEXCURSOR" val="14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1293.588"/>
  <p:tag name="LATEXADDIN" val="\documentclass{article}&#10;\usepackage{amsmath}&#10;\pagestyle{empty}&#10;\input{genericmacros.tex}&#10;\begin{document}&#10;&#10;\color{bblue}&#10;$\mathtt{S}+\sqrt{HT(P^t)}(\sqrt{t}\mathtt{U}+\mathtt{C})$&#10;&#10;\end{document}"/>
  <p:tag name="IGUANATEXSIZE" val="20"/>
  <p:tag name="IGUANATEXCURSOR" val="1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897.6378"/>
  <p:tag name="LATEXADDIN" val="\documentclass{article}&#10;\usepackage{amsmath}&#10;\pagestyle{empty}&#10;\input{genericmacros.tex}&#10;\begin{document}&#10;&#10;\color{bblue}&#10;$\mathtt{S}+\frac{1}{\sqrt{\eps}}(\frac{1}{\sqrt{\delta}}\mathtt{U}+\mathtt{C})$&#10;&#10;\end{document}"/>
  <p:tag name="IGUANATEXSIZE" val="20"/>
  <p:tag name="IGUANATEXCURSOR" val="17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886.3892"/>
  <p:tag name="LATEXADDIN" val="\documentclass{article}&#10;\usepackage{amsmath}&#10;\pagestyle{empty}&#10;\input{genericmacros.tex}&#10;\begin{document}&#10;&#10;\color{bblue}&#10;$\mathtt{S}+\sqrt{HT}(\mathtt{U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510.6861"/>
  <p:tag name="LATEXADDIN" val="\documentclass{article}&#10;\usepackage{amsmath}&#10;\pagestyle{empty}&#10;\input{genericmacros.tex}&#10;\begin{document}&#10;&#10;\color{bblue}&#10;$\frac{1}{\sqrt{\eps}}(\mathtt{S}+\mathtt{C})$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68538</TotalTime>
  <Words>101</Words>
  <Application>Microsoft Office PowerPoint</Application>
  <PresentationFormat>On-screen Show (4:3)</PresentationFormat>
  <Paragraphs>51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Quantum Search Beyond Grover</vt:lpstr>
      <vt:lpstr>Outline</vt:lpstr>
      <vt:lpstr>Brute-force Search</vt:lpstr>
      <vt:lpstr>Search Problems</vt:lpstr>
      <vt:lpstr>Search Problems</vt:lpstr>
      <vt:lpstr>Brute Force Search</vt:lpstr>
      <vt:lpstr>Quantum Search</vt:lpstr>
      <vt:lpstr>Example: Naïve Collision Finding</vt:lpstr>
      <vt:lpstr>Example: Better Collision Finding</vt:lpstr>
      <vt:lpstr>Example: Better Collision Finding</vt:lpstr>
      <vt:lpstr>Example: Better Collision Finding</vt:lpstr>
      <vt:lpstr>Quantum Walks</vt:lpstr>
      <vt:lpstr>Random Walks</vt:lpstr>
      <vt:lpstr>Random Walks</vt:lpstr>
      <vt:lpstr>Hitting Time</vt:lpstr>
      <vt:lpstr>Hitting Time</vt:lpstr>
      <vt:lpstr>Example: Element Distinctness</vt:lpstr>
      <vt:lpstr>Example: Element Distinctness</vt:lpstr>
      <vt:lpstr>Example: Element Distinctness</vt:lpstr>
      <vt:lpstr>Example: Element Distinctness</vt:lpstr>
      <vt:lpstr>Example: Element Distinctness</vt:lpstr>
      <vt:lpstr>Less Frequent Checking</vt:lpstr>
      <vt:lpstr>Example: Element Distinctness</vt:lpstr>
      <vt:lpstr>Summary</vt:lpstr>
      <vt:lpstr>Further Reading</vt:lpstr>
    </vt:vector>
  </TitlesOfParts>
  <Company>CWI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test a  Quantum Computer</dc:title>
  <dc:creator>jeffery</dc:creator>
  <cp:lastModifiedBy>jeffery</cp:lastModifiedBy>
  <cp:revision>635</cp:revision>
  <dcterms:created xsi:type="dcterms:W3CDTF">2017-09-13T07:56:22Z</dcterms:created>
  <dcterms:modified xsi:type="dcterms:W3CDTF">2019-05-23T08:09:54Z</dcterms:modified>
</cp:coreProperties>
</file>